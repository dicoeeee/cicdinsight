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d6728910900448c" /><Relationship Type="http://schemas.openxmlformats.org/officeDocument/2006/relationships/extended-properties" Target="/docProps/app.xml" Id="R1d691134e6c6478b" /><Relationship Type="http://schemas.openxmlformats.org/officeDocument/2006/relationships/officeDocument" Target="/ppt/presentation.xml" Id="Rd90b891f1b0c47e4" /></Relationships>
</file>

<file path=ppt/presentation.xml><?xml version="1.0" encoding="utf-8"?>
<p:presentation xmlns:p="http://schemas.openxmlformats.org/presentationml/2006/main">
  <p:sldMasterIdLst>
    <p:sldMasterId xmlns:r="http://schemas.openxmlformats.org/officeDocument/2006/relationships" id="2147483648" r:id="R567a52fa92c5438f"/>
  </p:sldMasterIdLst>
  <p:notesMasterIdLst>
    <p:notesMasterId xmlns:r="http://schemas.openxmlformats.org/officeDocument/2006/relationships" r:id="R3001e0c0d675467c"/>
  </p:notesMasterIdLst>
  <p:sldIdLst>
    <p:sldId xmlns:r="http://schemas.openxmlformats.org/officeDocument/2006/relationships" id="256" r:id="R08d2aa6d9d92435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742e27c56874ba2" /><Relationship Type="http://schemas.openxmlformats.org/officeDocument/2006/relationships/slideMaster" Target="/ppt/slideMasters/slideMaster1.xml" Id="R567a52fa92c5438f" /><Relationship Type="http://schemas.openxmlformats.org/officeDocument/2006/relationships/notesMaster" Target="/ppt/notesMasters/notesMaster1.xml" Id="R3001e0c0d675467c" /><Relationship Type="http://schemas.openxmlformats.org/officeDocument/2006/relationships/presProps" Target="/ppt/presProps.xml" Id="R21e33376b01e47bc" /><Relationship Type="http://schemas.openxmlformats.org/officeDocument/2006/relationships/tableStyles" Target="/ppt/tableStyles.xml" Id="R9e99d004ac7d40cc" /><Relationship Type="http://schemas.openxmlformats.org/officeDocument/2006/relationships/slide" Target="/ppt/slides/slide1.xml" Id="R08d2aa6d9d92435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11b54c1a9f4dc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2eb743bfda45af" /><Relationship Type="http://schemas.openxmlformats.org/officeDocument/2006/relationships/notesMaster" Target="/ppt/notesMasters/notesMaster1.xml" Id="R0be492f7bafc4c3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Dagger API internals: https://docs.dagger.io/reference/api/internals/</a:t>
            </a:r>
          </a:p>
          <a:p xmlns:a="http://schemas.openxmlformats.org/drawingml/2006/main">
            <a:r>
              <a:t>- Dagger Function caching: https://docs.dagger.io/extending/function-caching/</a:t>
            </a:r>
          </a:p>
          <a:p xmlns:a="http://schemas.openxmlformats.org/drawingml/2006/main">
            <a:r>
              <a:t>- Dagger Cache Volumes: https://docs.dagger.io/extending/cache-volumes/</a:t>
            </a:r>
          </a:p>
          <a:p xmlns:a="http://schemas.openxmlformats.org/drawingml/2006/main">
            <a:r>
              <a:t>- Container Use stdio MCP entry: https://github.com/dagger/container-use/blob/main/cmd/container-use/stdio.go</a:t>
            </a:r>
          </a:p>
          <a:p xmlns:a="http://schemas.openxmlformats.org/drawingml/2006/main">
            <a:r>
              <a:t>- Environment execution/state: https://github.com/dagger/container-use/blob/main/environment/environment.go</a:t>
            </a:r>
          </a:p>
          <a:p xmlns:a="http://schemas.openxmlformats.org/drawingml/2006/main">
            <a:r>
              <a:t>- Serialized Environment state: https://github.com/dagger/container-use/blob/main/environment/state.go</a:t>
            </a:r>
          </a:p>
          <a:p xmlns:a="http://schemas.openxmlformats.org/drawingml/2006/main">
            <a:r>
              <a:t>- Environment configuration: https://github.com/dagger/container-use/blob/main/environment/config.go</a:t>
            </a:r>
          </a:p>
          <a:p xmlns:a="http://schemas.openxmlformats.org/drawingml/2006/main">
            <a:r>
              <a:t>- Git repository lifecycle: https://github.com/dagger/container-use/blob/main/repository/repository.go</a:t>
            </a:r>
          </a:p>
          <a:p xmlns:a="http://schemas.openxmlformats.org/drawingml/2006/main">
            <a:r>
              <a:t>- Git persistence implementation: https://github.com/dagger/container-use/blob/main/repository/git.go</a:t>
            </a:r>
          </a:p>
          <a:p xmlns:a="http://schemas.openxmlformats.org/drawingml/2006/main">
            <a:r>
              <a:t>[/Sources]</a:t>
            </a:r>
          </a:p>
          <a:p xmlns:a="http://schemas.openxmlformats.org/drawingml/2006/main">
            <a:r>
              <a:t/>
            </a:r>
          </a:p>
          <a:p xmlns:a="http://schemas.openxmlformats.org/drawingml/2006/main">
            <a:r>
              <a:t>Speaker explanation: Agent multi-round engineering verification increases repeated execution and continuation demand. Dagger turns build, test and environment operations into callable Functions and an incrementally reusable operation graph. Container Use records foreground execution state through ContainerID and exports code, state and command history into a Git-backed Environment so engineers can inspect and decide disposition.</a:t>
            </a:r>
          </a:p>
          <a:p xmlns:a="http://schemas.openxmlformats.org/drawingml/2006/main">
            <a:r>
              <a:t/>
            </a:r>
          </a:p>
          <a:p xmlns:a="http://schemas.openxmlformats.org/drawingml/2006/main">
            <a:r>
              <a:t>Boundaries: Function caching is conditional on captured inputs and cache policy. ContainerID is a Dagger state reference, not a live VM snapshot. Frontground non-zero exits are recorded and applied as inspectable state, not accepted as an independent CI gate. merge/apply/delete are engineer CLI/Git disposition paths. Running services, tunnels, background workdir changes, and external side effects are not claimed as equally persistent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13da63fc65c479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dd3aaca5f5240d2" /><Relationship Type="http://schemas.openxmlformats.org/officeDocument/2006/relationships/slideLayout" Target="/ppt/slideLayouts/slideLayout1.xml" Id="R58ed1a5e0c04469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ed1a5e0c04469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ede571dc18740c1" /><Relationship Type="http://schemas.openxmlformats.org/officeDocument/2006/relationships/notesSlide" Target="/ppt/notesSlides/notesSlide1.xml" Id="Rcccfe6f2007d4ed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6" name="page-title">
            <a:extLst xmlns:a="http://schemas.openxmlformats.org/drawingml/2006/main">
              <a:ext uri="{FF2B5EF4-FFF2-40B4-BE49-F238E27FC236}">
                <a16:creationId xmlns:a16="http://schemas.microsoft.com/office/drawing/2014/main" id="{2D375557-F7C7-4B59-A36D-120C55E525D6}"/>
              </a:ext>
            </a:extLst>
          </p:cNvPr>
          <p:cNvSpPr>
            <a:spLocks xmlns:a="http://schemas.openxmlformats.org/drawingml/2006/main" noGrp="1"/>
          </p:cNvSpPr>
          <p:nvPr/>
        </p:nvSpPr>
        <p:spPr>
          <a:xfrm xmlns:a="http://schemas.openxmlformats.org/drawingml/2006/main">
            <a:off x="495300" y="171450"/>
            <a:ext cx="10839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2850" b="1">
                <a:solidFill>
                  <a:srgbClr val="C00000"/>
                </a:solidFill>
                <a:latin typeface="Arial"/>
                <a:ea typeface="Arial"/>
                <a:cs typeface="Arial"/>
              </a:defRPr>
            </a:pPr>
            <a:r>
              <a:rPr>
                <a:latin typeface="Arial"/>
                <a:ea typeface="Arial"/>
                <a:cs typeface="Arial"/>
              </a:rPr>
              <a:t>Agent </a:t>
            </a:r>
            <a:r>
              <a:rPr>
                <a:latin typeface="Microsoft YaHei"/>
                <a:ea typeface="Microsoft YaHei"/>
                <a:cs typeface="Microsoft YaHei"/>
              </a:rPr>
              <a:t>自主执行后，不应只交付代码，同时交付运行环境</a:t>
            </a:r>
          </a:p>
        </p:txBody>
      </p:sp>
      <p:sp>
        <p:nvSpPr>
          <p:cNvPr id="2" name="page-subtitle">
            <a:extLst xmlns:a="http://schemas.openxmlformats.org/drawingml/2006/main">
              <a:ext uri="{FF2B5EF4-FFF2-40B4-BE49-F238E27FC236}">
                <a16:creationId xmlns:a16="http://schemas.microsoft.com/office/drawing/2014/main" id="{7E418114-23D7-410B-B2EE-AFC34473F00A}"/>
              </a:ext>
            </a:extLst>
          </p:cNvPr>
          <p:cNvSpPr>
            <a:spLocks xmlns:a="http://schemas.openxmlformats.org/drawingml/2006/main" noGrp="1"/>
          </p:cNvSpPr>
          <p:nvPr/>
        </p:nvSpPr>
        <p:spPr>
          <a:xfrm xmlns:a="http://schemas.openxmlformats.org/drawingml/2006/main">
            <a:off x="523875" y="60960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088" b="0">
                <a:solidFill>
                  <a:srgbClr val="202020"/>
                </a:solidFill>
                <a:latin typeface="Arial"/>
                <a:ea typeface="Arial"/>
                <a:cs typeface="Arial"/>
              </a:defRPr>
            </a:pPr>
            <a:r>
              <a:rPr>
                <a:latin typeface="Arial"/>
                <a:ea typeface="Arial"/>
                <a:cs typeface="Arial"/>
              </a:rPr>
              <a:t>Dagger </a:t>
            </a:r>
            <a:r>
              <a:rPr>
                <a:latin typeface="Microsoft YaHei"/>
                <a:ea typeface="Microsoft YaHei"/>
                <a:cs typeface="Microsoft YaHei"/>
              </a:rPr>
              <a:t>提供可反复调用的执行图；</a:t>
            </a:r>
            <a:r>
              <a:rPr>
                <a:latin typeface="Arial"/>
                <a:ea typeface="Arial"/>
                <a:cs typeface="Arial"/>
              </a:rPr>
              <a:t>Container Use </a:t>
            </a:r>
            <a:r>
              <a:rPr>
                <a:latin typeface="Microsoft YaHei"/>
                <a:ea typeface="Microsoft YaHei"/>
                <a:cs typeface="Microsoft YaHei"/>
              </a:rPr>
              <a:t>将每次</a:t>
            </a:r>
            <a:r>
              <a:rPr>
                <a:latin typeface="Arial"/>
                <a:ea typeface="Arial"/>
                <a:cs typeface="Arial"/>
              </a:rPr>
              <a:t> Agent </a:t>
            </a:r>
            <a:r>
              <a:rPr>
                <a:latin typeface="Microsoft YaHei"/>
                <a:ea typeface="Microsoft YaHei"/>
                <a:cs typeface="Microsoft YaHei"/>
              </a:rPr>
              <a:t>尝试组织成可继续处理的任务环境</a:t>
            </a:r>
          </a:p>
        </p:txBody>
      </p:sp>
      <p:sp>
        <p:nvSpPr>
          <p:cNvPr id="3" name="page-number">
            <a:extLst xmlns:a="http://schemas.openxmlformats.org/drawingml/2006/main">
              <a:ext uri="{FF2B5EF4-FFF2-40B4-BE49-F238E27FC236}">
                <a16:creationId xmlns:a16="http://schemas.microsoft.com/office/drawing/2014/main" id="{18ED4B45-08BE-45DF-9CBF-8DCE0265C8B6}"/>
              </a:ext>
            </a:extLst>
          </p:cNvPr>
          <p:cNvSpPr>
            <a:spLocks xmlns:a="http://schemas.openxmlformats.org/drawingml/2006/main" noGrp="1"/>
          </p:cNvSpPr>
          <p:nvPr/>
        </p:nvSpPr>
        <p:spPr>
          <a:xfrm xmlns:a="http://schemas.openxmlformats.org/drawingml/2006/main">
            <a:off x="11449050" y="2667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125" b="1">
                <a:solidFill>
                  <a:srgbClr val="888888"/>
                </a:solidFill>
                <a:latin typeface="Arial"/>
                <a:ea typeface="Arial"/>
                <a:cs typeface="Arial"/>
              </a:defRPr>
            </a:pPr>
            <a:r>
              <a:rPr>
                <a:latin typeface="Arial"/>
                <a:ea typeface="Arial"/>
                <a:cs typeface="Arial"/>
              </a:rPr>
              <a:t>07</a:t>
            </a:r>
          </a:p>
        </p:txBody>
      </p:sp>
      <p:sp>
        <p:nvSpPr>
          <p:cNvPr id="4" name="page-title-divider">
            <a:extLst xmlns:a="http://schemas.openxmlformats.org/drawingml/2006/main">
              <a:ext uri="{FF2B5EF4-FFF2-40B4-BE49-F238E27FC236}">
                <a16:creationId xmlns:a16="http://schemas.microsoft.com/office/drawing/2014/main" id="{B938D246-BBCA-409F-B7A0-210CC713DAD6}"/>
              </a:ext>
            </a:extLst>
          </p:cNvPr>
          <p:cNvSpPr>
            <a:spLocks xmlns:a="http://schemas.openxmlformats.org/drawingml/2006/main" noGrp="1"/>
          </p:cNvSpPr>
          <p:nvPr/>
        </p:nvSpPr>
        <p:spPr>
          <a:xfrm xmlns:a="http://schemas.openxmlformats.org/drawingml/2006/main">
            <a:off x="285750" y="866775"/>
            <a:ext cx="11620500" cy="953"/>
          </a:xfrm>
          <a:prstGeom xmlns:a="http://schemas.openxmlformats.org/drawingml/2006/main" prst="line">
            <a:avLst/>
          </a:prstGeom>
          <a:noFill xmlns:a="http://schemas.openxmlformats.org/drawingml/2006/main"/>
          <a:ln xmlns:a="http://schemas.openxmlformats.org/drawingml/2006/main" w="11430">
            <a:solidFill>
              <a:srgbClr val="D9D9D9"/>
            </a:solidFill>
            <a:prstDash val="solid"/>
          </a:ln>
        </p:spPr>
      </p:sp>
      <p:sp>
        <p:nvSpPr>
          <p:cNvPr id="5" name="left-header-accent">
            <a:extLst xmlns:a="http://schemas.openxmlformats.org/drawingml/2006/main">
              <a:ext uri="{FF2B5EF4-FFF2-40B4-BE49-F238E27FC236}">
                <a16:creationId xmlns:a16="http://schemas.microsoft.com/office/drawing/2014/main" id="{DA316232-ED25-49F7-9A9C-B941D3003F20}"/>
              </a:ext>
            </a:extLst>
          </p:cNvPr>
          <p:cNvSpPr>
            <a:spLocks xmlns:a="http://schemas.openxmlformats.org/drawingml/2006/main" noGrp="1"/>
          </p:cNvSpPr>
          <p:nvPr/>
        </p:nvSpPr>
        <p:spPr>
          <a:xfrm xmlns:a="http://schemas.openxmlformats.org/drawingml/2006/main">
            <a:off x="409702" y="1100900"/>
            <a:ext cx="36767" cy="355410"/>
          </a:xfrm>
          <a:prstGeom xmlns:a="http://schemas.openxmlformats.org/drawingml/2006/main" prst="roundRect">
            <a:avLst>
              <a:gd name="adj" fmla="val 50000"/>
            </a:avLst>
          </a:prstGeom>
          <a:solidFill xmlns:a="http://schemas.openxmlformats.org/drawingml/2006/main">
            <a:srgbClr val="E2383F"/>
          </a:solidFill>
          <a:ln xmlns:a="http://schemas.openxmlformats.org/drawingml/2006/main" w="0">
            <a:solidFill>
              <a:srgbClr val="E2383F"/>
            </a:solidFill>
            <a:prstDash val="solid"/>
          </a:ln>
        </p:spPr>
      </p:sp>
      <p:sp>
        <p:nvSpPr>
          <p:cNvPr id="6" name="left-title">
            <a:extLst xmlns:a="http://schemas.openxmlformats.org/drawingml/2006/main">
              <a:ext uri="{FF2B5EF4-FFF2-40B4-BE49-F238E27FC236}">
                <a16:creationId xmlns:a16="http://schemas.microsoft.com/office/drawing/2014/main" id="{4E70A74D-2AC1-42DF-9CF7-70FDBD9BBB4C}"/>
              </a:ext>
            </a:extLst>
          </p:cNvPr>
          <p:cNvSpPr>
            <a:spLocks xmlns:a="http://schemas.openxmlformats.org/drawingml/2006/main" noGrp="1"/>
          </p:cNvSpPr>
          <p:nvPr/>
        </p:nvSpPr>
        <p:spPr>
          <a:xfrm xmlns:a="http://schemas.openxmlformats.org/drawingml/2006/main">
            <a:off x="556768" y="1119283"/>
            <a:ext cx="4902200" cy="196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351" b="1">
                <a:solidFill>
                  <a:srgbClr val="171717"/>
                </a:solidFill>
                <a:latin typeface="Arial"/>
                <a:ea typeface="Arial"/>
                <a:cs typeface="Arial"/>
              </a:defRPr>
            </a:pPr>
            <a:r>
              <a:rPr>
                <a:latin typeface="Arial"/>
                <a:ea typeface="Arial"/>
                <a:cs typeface="Arial"/>
              </a:rPr>
              <a:t>Dagger</a:t>
            </a:r>
            <a:r>
              <a:rPr>
                <a:latin typeface="Microsoft YaHei"/>
                <a:ea typeface="Microsoft YaHei"/>
                <a:cs typeface="Microsoft YaHei"/>
              </a:rPr>
              <a:t>｜交付能力的程序化执行层</a:t>
            </a:r>
          </a:p>
        </p:txBody>
      </p:sp>
      <p:sp>
        <p:nvSpPr>
          <p:cNvPr id="7" name="left-subtitle">
            <a:extLst xmlns:a="http://schemas.openxmlformats.org/drawingml/2006/main">
              <a:ext uri="{FF2B5EF4-FFF2-40B4-BE49-F238E27FC236}">
                <a16:creationId xmlns:a16="http://schemas.microsoft.com/office/drawing/2014/main" id="{47B471CA-8E87-404C-BD21-5B85E831A801}"/>
              </a:ext>
            </a:extLst>
          </p:cNvPr>
          <p:cNvSpPr>
            <a:spLocks xmlns:a="http://schemas.openxmlformats.org/drawingml/2006/main" noGrp="1"/>
          </p:cNvSpPr>
          <p:nvPr/>
        </p:nvSpPr>
        <p:spPr>
          <a:xfrm xmlns:a="http://schemas.openxmlformats.org/drawingml/2006/main">
            <a:off x="556768" y="1309243"/>
            <a:ext cx="4902200" cy="1531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750" b="0">
                <a:solidFill>
                  <a:srgbClr val="202020"/>
                </a:solidFill>
                <a:latin typeface="Arial"/>
                <a:ea typeface="Arial"/>
                <a:cs typeface="Arial"/>
              </a:defRPr>
            </a:pPr>
            <a:r>
              <a:rPr>
                <a:latin typeface="Arial"/>
                <a:ea typeface="Arial"/>
                <a:cs typeface="Arial"/>
              </a:rPr>
              <a:t>Module </a:t>
            </a:r>
            <a:r>
              <a:rPr>
                <a:latin typeface="Microsoft YaHei"/>
                <a:ea typeface="Microsoft YaHei"/>
                <a:cs typeface="Microsoft YaHei"/>
              </a:rPr>
              <a:t>以类型化</a:t>
            </a:r>
            <a:r>
              <a:rPr>
                <a:latin typeface="Arial"/>
                <a:ea typeface="Arial"/>
                <a:cs typeface="Arial"/>
              </a:rPr>
              <a:t> Function </a:t>
            </a:r>
            <a:r>
              <a:rPr>
                <a:latin typeface="Microsoft YaHei"/>
                <a:ea typeface="Microsoft YaHei"/>
                <a:cs typeface="Microsoft YaHei"/>
              </a:rPr>
              <a:t>暴露能力，</a:t>
            </a:r>
            <a:r>
              <a:rPr>
                <a:latin typeface="Arial"/>
                <a:ea typeface="Arial"/>
                <a:cs typeface="Arial"/>
              </a:rPr>
              <a:t>Engine </a:t>
            </a:r>
            <a:r>
              <a:rPr>
                <a:latin typeface="Microsoft YaHei"/>
                <a:ea typeface="Microsoft YaHei"/>
                <a:cs typeface="Microsoft YaHei"/>
              </a:rPr>
              <a:t>按需计算操作图并复用中间结果</a:t>
            </a:r>
          </a:p>
        </p:txBody>
      </p:sp>
      <p:sp>
        <p:nvSpPr>
          <p:cNvPr id="8" name="left-header-divider">
            <a:extLst xmlns:a="http://schemas.openxmlformats.org/drawingml/2006/main">
              <a:ext uri="{FF2B5EF4-FFF2-40B4-BE49-F238E27FC236}">
                <a16:creationId xmlns:a16="http://schemas.microsoft.com/office/drawing/2014/main" id="{83D27CC8-892F-44C3-8FAB-EFBF27F07518}"/>
              </a:ext>
            </a:extLst>
          </p:cNvPr>
          <p:cNvSpPr>
            <a:spLocks xmlns:a="http://schemas.openxmlformats.org/drawingml/2006/main" noGrp="1"/>
          </p:cNvSpPr>
          <p:nvPr/>
        </p:nvSpPr>
        <p:spPr>
          <a:xfrm xmlns:a="http://schemas.openxmlformats.org/drawingml/2006/main">
            <a:off x="409702" y="1548225"/>
            <a:ext cx="5171821" cy="953"/>
          </a:xfrm>
          <a:prstGeom xmlns:a="http://schemas.openxmlformats.org/drawingml/2006/main" prst="line">
            <a:avLst/>
          </a:prstGeom>
          <a:noFill xmlns:a="http://schemas.openxmlformats.org/drawingml/2006/main"/>
          <a:ln xmlns:a="http://schemas.openxmlformats.org/drawingml/2006/main" w="11430">
            <a:solidFill>
              <a:srgbClr val="D9D9D9"/>
            </a:solidFill>
            <a:prstDash val="solid"/>
          </a:ln>
        </p:spPr>
      </p:sp>
      <p:sp>
        <p:nvSpPr>
          <p:cNvPr id="9" name="left-model-heading">
            <a:extLst xmlns:a="http://schemas.openxmlformats.org/drawingml/2006/main">
              <a:ext uri="{FF2B5EF4-FFF2-40B4-BE49-F238E27FC236}">
                <a16:creationId xmlns:a16="http://schemas.microsoft.com/office/drawing/2014/main" id="{81430BD2-5479-4B21-860C-581A0F120EB4}"/>
              </a:ext>
            </a:extLst>
          </p:cNvPr>
          <p:cNvSpPr>
            <a:spLocks xmlns:a="http://schemas.openxmlformats.org/drawingml/2006/main" noGrp="1"/>
          </p:cNvSpPr>
          <p:nvPr/>
        </p:nvSpPr>
        <p:spPr>
          <a:xfrm xmlns:a="http://schemas.openxmlformats.org/drawingml/2006/main">
            <a:off x="446469" y="1627886"/>
            <a:ext cx="1102995" cy="1531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202020"/>
                </a:solidFill>
                <a:latin typeface="Arial"/>
                <a:ea typeface="Arial"/>
                <a:cs typeface="Arial"/>
              </a:defRPr>
            </a:pPr>
            <a:r>
              <a:rPr>
                <a:latin typeface="Microsoft YaHei"/>
                <a:ea typeface="Microsoft YaHei"/>
                <a:cs typeface="Microsoft YaHei"/>
              </a:rPr>
              <a:t>完整技术模型</a:t>
            </a:r>
          </a:p>
        </p:txBody>
      </p:sp>
      <p:sp>
        <p:nvSpPr>
          <p:cNvPr id="10" name="left-model-surface">
            <a:extLst xmlns:a="http://schemas.openxmlformats.org/drawingml/2006/main">
              <a:ext uri="{FF2B5EF4-FFF2-40B4-BE49-F238E27FC236}">
                <a16:creationId xmlns:a16="http://schemas.microsoft.com/office/drawing/2014/main" id="{8CD24F7E-F3AB-4F39-99EF-F12B084760EA}"/>
              </a:ext>
            </a:extLst>
          </p:cNvPr>
          <p:cNvSpPr>
            <a:spLocks xmlns:a="http://schemas.openxmlformats.org/drawingml/2006/main" noGrp="1"/>
          </p:cNvSpPr>
          <p:nvPr/>
        </p:nvSpPr>
        <p:spPr>
          <a:xfrm xmlns:a="http://schemas.openxmlformats.org/drawingml/2006/main">
            <a:off x="421958" y="1836230"/>
            <a:ext cx="5147310" cy="2493994"/>
          </a:xfrm>
          <a:prstGeom xmlns:a="http://schemas.openxmlformats.org/drawingml/2006/main" prst="roundRect">
            <a:avLst>
              <a:gd name="adj" fmla="val 4583"/>
            </a:avLst>
          </a:prstGeom>
          <a:solidFill xmlns:a="http://schemas.openxmlformats.org/drawingml/2006/main">
            <a:srgbClr val="FCFCFC"/>
          </a:solidFill>
          <a:ln xmlns:a="http://schemas.openxmlformats.org/drawingml/2006/main" w="10478">
            <a:solidFill>
              <a:srgbClr val="D5D5D5"/>
            </a:solidFill>
            <a:prstDash val="solid"/>
          </a:ln>
        </p:spPr>
      </p:sp>
      <p:sp>
        <p:nvSpPr>
          <p:cNvPr id="11" name="left-invocation-surface">
            <a:extLst xmlns:a="http://schemas.openxmlformats.org/drawingml/2006/main">
              <a:ext uri="{FF2B5EF4-FFF2-40B4-BE49-F238E27FC236}">
                <a16:creationId xmlns:a16="http://schemas.microsoft.com/office/drawing/2014/main" id="{58A58B34-F762-47DD-8FE0-C19E9E4B4800}"/>
              </a:ext>
            </a:extLst>
          </p:cNvPr>
          <p:cNvSpPr>
            <a:spLocks xmlns:a="http://schemas.openxmlformats.org/drawingml/2006/main" noGrp="1"/>
          </p:cNvSpPr>
          <p:nvPr/>
        </p:nvSpPr>
        <p:spPr>
          <a:xfrm xmlns:a="http://schemas.openxmlformats.org/drawingml/2006/main">
            <a:off x="550640" y="2069084"/>
            <a:ext cx="870140" cy="667925"/>
          </a:xfrm>
          <a:prstGeom xmlns:a="http://schemas.openxmlformats.org/drawingml/2006/main" prst="roundRect">
            <a:avLst>
              <a:gd name="adj" fmla="val 14261"/>
            </a:avLst>
          </a:prstGeom>
          <a:solidFill xmlns:a="http://schemas.openxmlformats.org/drawingml/2006/main">
            <a:srgbClr val="F3F3F3"/>
          </a:solidFill>
          <a:ln xmlns:a="http://schemas.openxmlformats.org/drawingml/2006/main" w="10478">
            <a:solidFill>
              <a:srgbClr val="888888"/>
            </a:solidFill>
            <a:prstDash val="solid"/>
          </a:ln>
        </p:spPr>
      </p:sp>
      <p:sp>
        <p:nvSpPr>
          <p:cNvPr id="12" name="left-invocation-label">
            <a:extLst xmlns:a="http://schemas.openxmlformats.org/drawingml/2006/main">
              <a:ext uri="{FF2B5EF4-FFF2-40B4-BE49-F238E27FC236}">
                <a16:creationId xmlns:a16="http://schemas.microsoft.com/office/drawing/2014/main" id="{82B50066-BE62-46C8-912B-A79D0C97BA22}"/>
              </a:ext>
            </a:extLst>
          </p:cNvPr>
          <p:cNvSpPr>
            <a:spLocks xmlns:a="http://schemas.openxmlformats.org/drawingml/2006/main" noGrp="1"/>
          </p:cNvSpPr>
          <p:nvPr/>
        </p:nvSpPr>
        <p:spPr>
          <a:xfrm xmlns:a="http://schemas.openxmlformats.org/drawingml/2006/main">
            <a:off x="550640" y="1915890"/>
            <a:ext cx="870140" cy="1225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531" b="1">
                <a:solidFill>
                  <a:srgbClr val="888888"/>
                </a:solidFill>
                <a:latin typeface="Arial"/>
                <a:ea typeface="Arial"/>
                <a:cs typeface="Arial"/>
              </a:defRPr>
            </a:pPr>
            <a:r>
              <a:rPr>
                <a:latin typeface="Arial"/>
                <a:ea typeface="Arial"/>
                <a:cs typeface="Arial"/>
              </a:rPr>
              <a:t>INVOCATION CONTEXT</a:t>
            </a:r>
          </a:p>
        </p:txBody>
      </p:sp>
      <p:sp>
        <p:nvSpPr>
          <p:cNvPr id="13" name="left-local-shell-box">
            <a:extLst xmlns:a="http://schemas.openxmlformats.org/drawingml/2006/main">
              <a:ext uri="{FF2B5EF4-FFF2-40B4-BE49-F238E27FC236}">
                <a16:creationId xmlns:a16="http://schemas.microsoft.com/office/drawing/2014/main" id="{9ED3FD53-EF2C-4A17-9353-0A4F366C1694}"/>
              </a:ext>
            </a:extLst>
          </p:cNvPr>
          <p:cNvSpPr>
            <a:spLocks xmlns:a="http://schemas.openxmlformats.org/drawingml/2006/main" noGrp="1"/>
          </p:cNvSpPr>
          <p:nvPr/>
        </p:nvSpPr>
        <p:spPr>
          <a:xfrm xmlns:a="http://schemas.openxmlformats.org/drawingml/2006/main">
            <a:off x="648684" y="2154873"/>
            <a:ext cx="674053" cy="153194"/>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solidFill>
              <a:srgbClr val="FFFFFF"/>
            </a:solidFill>
            <a:prstDash val="solid"/>
          </a:ln>
        </p:spPr>
      </p:sp>
      <p:sp>
        <p:nvSpPr>
          <p:cNvPr id="14" name="left-local-shell-text">
            <a:extLst xmlns:a="http://schemas.openxmlformats.org/drawingml/2006/main">
              <a:ext uri="{FF2B5EF4-FFF2-40B4-BE49-F238E27FC236}">
                <a16:creationId xmlns:a16="http://schemas.microsoft.com/office/drawing/2014/main" id="{7D7A5A8F-197C-4BD6-A04B-FB96A3CC0B72}"/>
              </a:ext>
            </a:extLst>
          </p:cNvPr>
          <p:cNvSpPr>
            <a:spLocks xmlns:a="http://schemas.openxmlformats.org/drawingml/2006/main" noGrp="1"/>
          </p:cNvSpPr>
          <p:nvPr/>
        </p:nvSpPr>
        <p:spPr>
          <a:xfrm xmlns:a="http://schemas.openxmlformats.org/drawingml/2006/main">
            <a:off x="705834" y="2173923"/>
            <a:ext cx="559753" cy="1150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675" b="1">
                <a:solidFill>
                  <a:srgbClr val="202020"/>
                </a:solidFill>
                <a:latin typeface="Arial"/>
                <a:ea typeface="Arial"/>
                <a:cs typeface="Arial"/>
              </a:defRPr>
            </a:pPr>
            <a:r>
              <a:rPr>
                <a:latin typeface="Arial"/>
                <a:ea typeface="Arial"/>
                <a:cs typeface="Arial"/>
              </a:rPr>
              <a:t>Local shell</a:t>
            </a:r>
          </a:p>
        </p:txBody>
      </p:sp>
      <p:sp>
        <p:nvSpPr>
          <p:cNvPr id="15" name="left-ci-script-box">
            <a:extLst xmlns:a="http://schemas.openxmlformats.org/drawingml/2006/main">
              <a:ext uri="{FF2B5EF4-FFF2-40B4-BE49-F238E27FC236}">
                <a16:creationId xmlns:a16="http://schemas.microsoft.com/office/drawing/2014/main" id="{9431673D-D823-489F-B8D3-727AC5090191}"/>
              </a:ext>
            </a:extLst>
          </p:cNvPr>
          <p:cNvSpPr>
            <a:spLocks xmlns:a="http://schemas.openxmlformats.org/drawingml/2006/main" noGrp="1"/>
          </p:cNvSpPr>
          <p:nvPr/>
        </p:nvSpPr>
        <p:spPr>
          <a:xfrm xmlns:a="http://schemas.openxmlformats.org/drawingml/2006/main">
            <a:off x="648684" y="2344833"/>
            <a:ext cx="674053" cy="153194"/>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solidFill>
              <a:srgbClr val="FFFFFF"/>
            </a:solidFill>
            <a:prstDash val="solid"/>
          </a:ln>
        </p:spPr>
      </p:sp>
      <p:sp>
        <p:nvSpPr>
          <p:cNvPr id="16" name="left-ci-script-text">
            <a:extLst xmlns:a="http://schemas.openxmlformats.org/drawingml/2006/main">
              <a:ext uri="{FF2B5EF4-FFF2-40B4-BE49-F238E27FC236}">
                <a16:creationId xmlns:a16="http://schemas.microsoft.com/office/drawing/2014/main" id="{ED616CDD-B216-460D-BD7D-9A6BED7647CC}"/>
              </a:ext>
            </a:extLst>
          </p:cNvPr>
          <p:cNvSpPr>
            <a:spLocks xmlns:a="http://schemas.openxmlformats.org/drawingml/2006/main" noGrp="1"/>
          </p:cNvSpPr>
          <p:nvPr/>
        </p:nvSpPr>
        <p:spPr>
          <a:xfrm xmlns:a="http://schemas.openxmlformats.org/drawingml/2006/main">
            <a:off x="705834" y="2363883"/>
            <a:ext cx="559753" cy="1150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675" b="1">
                <a:solidFill>
                  <a:srgbClr val="202020"/>
                </a:solidFill>
                <a:latin typeface="Arial"/>
                <a:ea typeface="Arial"/>
                <a:cs typeface="Arial"/>
              </a:defRPr>
            </a:pPr>
            <a:r>
              <a:rPr>
                <a:latin typeface="Arial"/>
                <a:ea typeface="Arial"/>
                <a:cs typeface="Arial"/>
              </a:rPr>
              <a:t>CI script</a:t>
            </a:r>
          </a:p>
        </p:txBody>
      </p:sp>
      <p:sp>
        <p:nvSpPr>
          <p:cNvPr id="17" name="left-agent-tool-box">
            <a:extLst xmlns:a="http://schemas.openxmlformats.org/drawingml/2006/main">
              <a:ext uri="{FF2B5EF4-FFF2-40B4-BE49-F238E27FC236}">
                <a16:creationId xmlns:a16="http://schemas.microsoft.com/office/drawing/2014/main" id="{D9658702-C7E3-4D32-8ED0-265D9A5E3549}"/>
              </a:ext>
            </a:extLst>
          </p:cNvPr>
          <p:cNvSpPr>
            <a:spLocks xmlns:a="http://schemas.openxmlformats.org/drawingml/2006/main" noGrp="1"/>
          </p:cNvSpPr>
          <p:nvPr/>
        </p:nvSpPr>
        <p:spPr>
          <a:xfrm xmlns:a="http://schemas.openxmlformats.org/drawingml/2006/main">
            <a:off x="648684" y="2534793"/>
            <a:ext cx="674053" cy="153194"/>
          </a:xfrm>
          <a:prstGeom xmlns:a="http://schemas.openxmlformats.org/drawingml/2006/main" prst="roundRect">
            <a:avLst>
              <a:gd name="adj" fmla="val 50000"/>
            </a:avLst>
          </a:prstGeom>
          <a:solidFill xmlns:a="http://schemas.openxmlformats.org/drawingml/2006/main">
            <a:srgbClr val="FFF0F1"/>
          </a:solidFill>
          <a:ln xmlns:a="http://schemas.openxmlformats.org/drawingml/2006/main" w="8573">
            <a:solidFill>
              <a:srgbClr val="E2383F"/>
            </a:solidFill>
            <a:prstDash val="solid"/>
          </a:ln>
        </p:spPr>
      </p:sp>
      <p:sp>
        <p:nvSpPr>
          <p:cNvPr id="18" name="left-agent-tool-text">
            <a:extLst xmlns:a="http://schemas.openxmlformats.org/drawingml/2006/main">
              <a:ext uri="{FF2B5EF4-FFF2-40B4-BE49-F238E27FC236}">
                <a16:creationId xmlns:a16="http://schemas.microsoft.com/office/drawing/2014/main" id="{5350C69B-1216-4F0D-9BF4-8AEB61F5DE2E}"/>
              </a:ext>
            </a:extLst>
          </p:cNvPr>
          <p:cNvSpPr>
            <a:spLocks xmlns:a="http://schemas.openxmlformats.org/drawingml/2006/main" noGrp="1"/>
          </p:cNvSpPr>
          <p:nvPr/>
        </p:nvSpPr>
        <p:spPr>
          <a:xfrm xmlns:a="http://schemas.openxmlformats.org/drawingml/2006/main">
            <a:off x="705834" y="2553843"/>
            <a:ext cx="559753" cy="1150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675" b="1">
                <a:solidFill>
                  <a:srgbClr val="E2383F"/>
                </a:solidFill>
                <a:latin typeface="Arial"/>
                <a:ea typeface="Arial"/>
                <a:cs typeface="Arial"/>
              </a:defRPr>
            </a:pPr>
            <a:r>
              <a:rPr>
                <a:latin typeface="Arial"/>
                <a:ea typeface="Arial"/>
                <a:cs typeface="Arial"/>
              </a:rPr>
              <a:t>Agent tool</a:t>
            </a:r>
          </a:p>
        </p:txBody>
      </p:sp>
      <p:sp>
        <p:nvSpPr>
          <p:cNvPr id="19" name="left-engine">
            <a:extLst xmlns:a="http://schemas.openxmlformats.org/drawingml/2006/main">
              <a:ext uri="{FF2B5EF4-FFF2-40B4-BE49-F238E27FC236}">
                <a16:creationId xmlns:a16="http://schemas.microsoft.com/office/drawing/2014/main" id="{C8C937E6-43E0-4538-A7F7-EBAE11B9DA97}"/>
              </a:ext>
            </a:extLst>
          </p:cNvPr>
          <p:cNvSpPr>
            <a:spLocks xmlns:a="http://schemas.openxmlformats.org/drawingml/2006/main" noGrp="1"/>
          </p:cNvSpPr>
          <p:nvPr/>
        </p:nvSpPr>
        <p:spPr>
          <a:xfrm xmlns:a="http://schemas.openxmlformats.org/drawingml/2006/main">
            <a:off x="1745552" y="2069084"/>
            <a:ext cx="968185" cy="667925"/>
          </a:xfrm>
          <a:prstGeom xmlns:a="http://schemas.openxmlformats.org/drawingml/2006/main" prst="roundRect">
            <a:avLst>
              <a:gd name="adj" fmla="val 14261"/>
            </a:avLst>
          </a:prstGeom>
          <a:solidFill xmlns:a="http://schemas.openxmlformats.org/drawingml/2006/main">
            <a:srgbClr val="F4F4F4"/>
          </a:solidFill>
          <a:ln xmlns:a="http://schemas.openxmlformats.org/drawingml/2006/main" w="12383">
            <a:solidFill>
              <a:srgbClr val="202020"/>
            </a:solidFill>
            <a:prstDash val="solid"/>
          </a:ln>
        </p:spPr>
      </p:sp>
      <p:sp>
        <p:nvSpPr>
          <p:cNvPr id="20" name="left-engine-title">
            <a:extLst xmlns:a="http://schemas.openxmlformats.org/drawingml/2006/main">
              <a:ext uri="{FF2B5EF4-FFF2-40B4-BE49-F238E27FC236}">
                <a16:creationId xmlns:a16="http://schemas.microsoft.com/office/drawing/2014/main" id="{6A56E71E-CA9F-4F9A-93D4-4BFAB2FE09D4}"/>
              </a:ext>
            </a:extLst>
          </p:cNvPr>
          <p:cNvSpPr>
            <a:spLocks xmlns:a="http://schemas.openxmlformats.org/drawingml/2006/main" noGrp="1"/>
          </p:cNvSpPr>
          <p:nvPr/>
        </p:nvSpPr>
        <p:spPr>
          <a:xfrm xmlns:a="http://schemas.openxmlformats.org/drawingml/2006/main">
            <a:off x="1819085" y="2154873"/>
            <a:ext cx="821119" cy="17157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202020"/>
                </a:solidFill>
                <a:latin typeface="Arial"/>
                <a:ea typeface="Arial"/>
                <a:cs typeface="Arial"/>
              </a:defRPr>
            </a:pPr>
            <a:r>
              <a:rPr>
                <a:latin typeface="Arial"/>
                <a:ea typeface="Arial"/>
                <a:cs typeface="Arial"/>
              </a:rPr>
              <a:t>Dagger Engine</a:t>
            </a:r>
          </a:p>
        </p:txBody>
      </p:sp>
      <p:sp>
        <p:nvSpPr>
          <p:cNvPr id="21" name="left-engine-body">
            <a:extLst xmlns:a="http://schemas.openxmlformats.org/drawingml/2006/main">
              <a:ext uri="{FF2B5EF4-FFF2-40B4-BE49-F238E27FC236}">
                <a16:creationId xmlns:a16="http://schemas.microsoft.com/office/drawing/2014/main" id="{47FF6F27-7F3E-4B52-B88F-2F0CCCF79BE9}"/>
              </a:ext>
            </a:extLst>
          </p:cNvPr>
          <p:cNvSpPr>
            <a:spLocks xmlns:a="http://schemas.openxmlformats.org/drawingml/2006/main" noGrp="1"/>
          </p:cNvSpPr>
          <p:nvPr/>
        </p:nvSpPr>
        <p:spPr>
          <a:xfrm xmlns:a="http://schemas.openxmlformats.org/drawingml/2006/main">
            <a:off x="1819085" y="2344833"/>
            <a:ext cx="821119" cy="28187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540" b="0">
                <a:solidFill>
                  <a:srgbClr val="202020"/>
                </a:solidFill>
                <a:latin typeface="Arial"/>
                <a:ea typeface="Arial"/>
                <a:cs typeface="Arial"/>
              </a:defRPr>
            </a:pPr>
            <a:r>
              <a:rPr>
                <a:latin typeface="Arial"/>
                <a:ea typeface="Arial"/>
                <a:cs typeface="Arial"/>
              </a:rPr>
              <a:t>provisioned on</a:t>
            </a:r>
          </a:p>
          <a:p xmlns:a="http://schemas.openxmlformats.org/drawingml/2006/main">
            <a:pPr algn="ctr">
              <a:defRPr sz="540" b="0">
                <a:solidFill>
                  <a:srgbClr val="202020"/>
                </a:solidFill>
                <a:latin typeface="Arial"/>
                <a:ea typeface="Arial"/>
                <a:cs typeface="Arial"/>
              </a:defRPr>
            </a:pPr>
            <a:r>
              <a:rPr>
                <a:latin typeface="Arial"/>
                <a:ea typeface="Arial"/>
                <a:cs typeface="Arial"/>
              </a:rPr>
              <a:t>local / CI runtime</a:t>
            </a:r>
          </a:p>
        </p:txBody>
      </p:sp>
      <p:sp>
        <p:nvSpPr>
          <p:cNvPr id="22" name="left-module-api">
            <a:extLst xmlns:a="http://schemas.openxmlformats.org/drawingml/2006/main">
              <a:ext uri="{FF2B5EF4-FFF2-40B4-BE49-F238E27FC236}">
                <a16:creationId xmlns:a16="http://schemas.microsoft.com/office/drawing/2014/main" id="{EA26FC54-C96C-434E-B82C-5A21AA567B45}"/>
              </a:ext>
            </a:extLst>
          </p:cNvPr>
          <p:cNvSpPr>
            <a:spLocks xmlns:a="http://schemas.openxmlformats.org/drawingml/2006/main" noGrp="1"/>
          </p:cNvSpPr>
          <p:nvPr/>
        </p:nvSpPr>
        <p:spPr>
          <a:xfrm xmlns:a="http://schemas.openxmlformats.org/drawingml/2006/main">
            <a:off x="3050762" y="1958784"/>
            <a:ext cx="2297906" cy="888524"/>
          </a:xfrm>
          <a:prstGeom xmlns:a="http://schemas.openxmlformats.org/drawingml/2006/main" prst="roundRect">
            <a:avLst>
              <a:gd name="adj" fmla="val 10720"/>
            </a:avLst>
          </a:prstGeom>
          <a:solidFill xmlns:a="http://schemas.openxmlformats.org/drawingml/2006/main">
            <a:srgbClr val="FFFFFF"/>
          </a:solidFill>
          <a:ln xmlns:a="http://schemas.openxmlformats.org/drawingml/2006/main" w="12383">
            <a:solidFill>
              <a:srgbClr val="202020"/>
            </a:solidFill>
            <a:prstDash val="solid"/>
          </a:ln>
        </p:spPr>
      </p:sp>
      <p:sp>
        <p:nvSpPr>
          <p:cNvPr id="23" name="left-module-api-heading">
            <a:extLst xmlns:a="http://schemas.openxmlformats.org/drawingml/2006/main">
              <a:ext uri="{FF2B5EF4-FFF2-40B4-BE49-F238E27FC236}">
                <a16:creationId xmlns:a16="http://schemas.microsoft.com/office/drawing/2014/main" id="{9D008969-2FF3-4426-BE0B-245586566EF8}"/>
              </a:ext>
            </a:extLst>
          </p:cNvPr>
          <p:cNvSpPr>
            <a:spLocks xmlns:a="http://schemas.openxmlformats.org/drawingml/2006/main" noGrp="1"/>
          </p:cNvSpPr>
          <p:nvPr/>
        </p:nvSpPr>
        <p:spPr>
          <a:xfrm xmlns:a="http://schemas.openxmlformats.org/drawingml/2006/main">
            <a:off x="3167190" y="1983296"/>
            <a:ext cx="2065052" cy="1470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531" b="1">
                <a:solidFill>
                  <a:srgbClr val="888888"/>
                </a:solidFill>
                <a:latin typeface="Arial"/>
                <a:ea typeface="Arial"/>
                <a:cs typeface="Arial"/>
              </a:defRPr>
            </a:pPr>
            <a:r>
              <a:rPr>
                <a:latin typeface="Arial"/>
                <a:ea typeface="Arial"/>
                <a:cs typeface="Arial"/>
              </a:rPr>
              <a:t>DELIVERY MODULE · PUBLIC API</a:t>
            </a:r>
            <a:r>
              <a:rPr>
                <a:latin typeface="Microsoft YaHei"/>
                <a:ea typeface="Microsoft YaHei"/>
                <a:cs typeface="Microsoft YaHei"/>
              </a:rPr>
              <a:t>（示例）</a:t>
            </a:r>
          </a:p>
        </p:txBody>
      </p:sp>
      <p:sp>
        <p:nvSpPr>
          <p:cNvPr id="24" name="left-function-build-box">
            <a:extLst xmlns:a="http://schemas.openxmlformats.org/drawingml/2006/main">
              <a:ext uri="{FF2B5EF4-FFF2-40B4-BE49-F238E27FC236}">
                <a16:creationId xmlns:a16="http://schemas.microsoft.com/office/drawing/2014/main" id="{0577A550-C856-46D2-BAD6-C2C5A7EA1817}"/>
              </a:ext>
            </a:extLst>
          </p:cNvPr>
          <p:cNvSpPr>
            <a:spLocks xmlns:a="http://schemas.openxmlformats.org/drawingml/2006/main" noGrp="1"/>
          </p:cNvSpPr>
          <p:nvPr/>
        </p:nvSpPr>
        <p:spPr>
          <a:xfrm xmlns:a="http://schemas.openxmlformats.org/drawingml/2006/main">
            <a:off x="3167190" y="2167128"/>
            <a:ext cx="2065052" cy="189960"/>
          </a:xfrm>
          <a:prstGeom xmlns:a="http://schemas.openxmlformats.org/drawingml/2006/main" prst="roundRect">
            <a:avLst>
              <a:gd name="adj" fmla="val 30085"/>
            </a:avLst>
          </a:prstGeom>
          <a:solidFill xmlns:a="http://schemas.openxmlformats.org/drawingml/2006/main">
            <a:srgbClr val="FFF0F1"/>
          </a:solidFill>
          <a:ln xmlns:a="http://schemas.openxmlformats.org/drawingml/2006/main" w="8573">
            <a:solidFill>
              <a:srgbClr val="E2383F"/>
            </a:solidFill>
            <a:prstDash val="solid"/>
          </a:ln>
        </p:spPr>
      </p:sp>
      <p:sp>
        <p:nvSpPr>
          <p:cNvPr id="25" name="left-function-build-text">
            <a:extLst xmlns:a="http://schemas.openxmlformats.org/drawingml/2006/main">
              <a:ext uri="{FF2B5EF4-FFF2-40B4-BE49-F238E27FC236}">
                <a16:creationId xmlns:a16="http://schemas.microsoft.com/office/drawing/2014/main" id="{AA82601A-6A92-4D73-B227-24E6AE809E40}"/>
              </a:ext>
            </a:extLst>
          </p:cNvPr>
          <p:cNvSpPr>
            <a:spLocks xmlns:a="http://schemas.openxmlformats.org/drawingml/2006/main" noGrp="1"/>
          </p:cNvSpPr>
          <p:nvPr/>
        </p:nvSpPr>
        <p:spPr>
          <a:xfrm xmlns:a="http://schemas.openxmlformats.org/drawingml/2006/main">
            <a:off x="3271361" y="2186178"/>
            <a:ext cx="1856708" cy="1518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675" b="1">
                <a:solidFill>
                  <a:srgbClr val="E2383F"/>
                </a:solidFill>
                <a:latin typeface="Arial"/>
                <a:ea typeface="Arial"/>
                <a:cs typeface="Arial"/>
              </a:defRPr>
            </a:pPr>
            <a:r>
              <a:rPr>
                <a:latin typeface="Arial"/>
                <a:ea typeface="Arial"/>
                <a:cs typeface="Arial"/>
              </a:rPr>
              <a:t>build(source: Directory) → Container</a:t>
            </a:r>
          </a:p>
        </p:txBody>
      </p:sp>
      <p:sp>
        <p:nvSpPr>
          <p:cNvPr id="26" name="left-function-test-box">
            <a:extLst xmlns:a="http://schemas.openxmlformats.org/drawingml/2006/main">
              <a:ext uri="{FF2B5EF4-FFF2-40B4-BE49-F238E27FC236}">
                <a16:creationId xmlns:a16="http://schemas.microsoft.com/office/drawing/2014/main" id="{47569E09-20F2-429E-BF39-5B8AB256ADB7}"/>
              </a:ext>
            </a:extLst>
          </p:cNvPr>
          <p:cNvSpPr>
            <a:spLocks xmlns:a="http://schemas.openxmlformats.org/drawingml/2006/main" noGrp="1"/>
          </p:cNvSpPr>
          <p:nvPr/>
        </p:nvSpPr>
        <p:spPr>
          <a:xfrm xmlns:a="http://schemas.openxmlformats.org/drawingml/2006/main">
            <a:off x="3167190" y="2393855"/>
            <a:ext cx="2065052" cy="165449"/>
          </a:xfrm>
          <a:prstGeom xmlns:a="http://schemas.openxmlformats.org/drawingml/2006/main" prst="roundRect">
            <a:avLst>
              <a:gd name="adj" fmla="val 34542"/>
            </a:avLst>
          </a:prstGeom>
          <a:solidFill xmlns:a="http://schemas.openxmlformats.org/drawingml/2006/main">
            <a:srgbClr val="F4F4F4"/>
          </a:solidFill>
          <a:ln xmlns:a="http://schemas.openxmlformats.org/drawingml/2006/main" w="0">
            <a:solidFill>
              <a:srgbClr val="F4F4F4"/>
            </a:solidFill>
            <a:prstDash val="solid"/>
          </a:ln>
        </p:spPr>
      </p:sp>
      <p:sp>
        <p:nvSpPr>
          <p:cNvPr id="27" name="left-function-test-text">
            <a:extLst xmlns:a="http://schemas.openxmlformats.org/drawingml/2006/main">
              <a:ext uri="{FF2B5EF4-FFF2-40B4-BE49-F238E27FC236}">
                <a16:creationId xmlns:a16="http://schemas.microsoft.com/office/drawing/2014/main" id="{E4960A0D-2726-4592-B707-B0D34E8AA268}"/>
              </a:ext>
            </a:extLst>
          </p:cNvPr>
          <p:cNvSpPr>
            <a:spLocks xmlns:a="http://schemas.openxmlformats.org/drawingml/2006/main" noGrp="1"/>
          </p:cNvSpPr>
          <p:nvPr/>
        </p:nvSpPr>
        <p:spPr>
          <a:xfrm xmlns:a="http://schemas.openxmlformats.org/drawingml/2006/main">
            <a:off x="3271361" y="2412905"/>
            <a:ext cx="1856708" cy="1273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675" b="1">
                <a:solidFill>
                  <a:srgbClr val="202020"/>
                </a:solidFill>
                <a:latin typeface="Arial"/>
                <a:ea typeface="Arial"/>
                <a:cs typeface="Arial"/>
              </a:defRPr>
            </a:pPr>
            <a:r>
              <a:rPr>
                <a:latin typeface="Arial"/>
                <a:ea typeface="Arial"/>
                <a:cs typeface="Arial"/>
              </a:rPr>
              <a:t>test(source: Directory)</a:t>
            </a:r>
          </a:p>
        </p:txBody>
      </p:sp>
      <p:sp>
        <p:nvSpPr>
          <p:cNvPr id="28" name="left-function-publish-box">
            <a:extLst xmlns:a="http://schemas.openxmlformats.org/drawingml/2006/main">
              <a:ext uri="{FF2B5EF4-FFF2-40B4-BE49-F238E27FC236}">
                <a16:creationId xmlns:a16="http://schemas.microsoft.com/office/drawing/2014/main" id="{1692319E-9A46-4EC6-A395-E5D1C5682C8C}"/>
              </a:ext>
            </a:extLst>
          </p:cNvPr>
          <p:cNvSpPr>
            <a:spLocks xmlns:a="http://schemas.openxmlformats.org/drawingml/2006/main" noGrp="1"/>
          </p:cNvSpPr>
          <p:nvPr/>
        </p:nvSpPr>
        <p:spPr>
          <a:xfrm xmlns:a="http://schemas.openxmlformats.org/drawingml/2006/main">
            <a:off x="3167190" y="2596071"/>
            <a:ext cx="2065052" cy="165449"/>
          </a:xfrm>
          <a:prstGeom xmlns:a="http://schemas.openxmlformats.org/drawingml/2006/main" prst="roundRect">
            <a:avLst>
              <a:gd name="adj" fmla="val 34542"/>
            </a:avLst>
          </a:prstGeom>
          <a:solidFill xmlns:a="http://schemas.openxmlformats.org/drawingml/2006/main">
            <a:srgbClr val="F4F4F4"/>
          </a:solidFill>
          <a:ln xmlns:a="http://schemas.openxmlformats.org/drawingml/2006/main" w="0">
            <a:solidFill>
              <a:srgbClr val="F4F4F4"/>
            </a:solidFill>
            <a:prstDash val="solid"/>
          </a:ln>
        </p:spPr>
      </p:sp>
      <p:sp>
        <p:nvSpPr>
          <p:cNvPr id="29" name="left-function-publish-text">
            <a:extLst xmlns:a="http://schemas.openxmlformats.org/drawingml/2006/main">
              <a:ext uri="{FF2B5EF4-FFF2-40B4-BE49-F238E27FC236}">
                <a16:creationId xmlns:a16="http://schemas.microsoft.com/office/drawing/2014/main" id="{58DBE9E4-DB09-4E66-AD48-908416628E59}"/>
              </a:ext>
            </a:extLst>
          </p:cNvPr>
          <p:cNvSpPr>
            <a:spLocks xmlns:a="http://schemas.openxmlformats.org/drawingml/2006/main" noGrp="1"/>
          </p:cNvSpPr>
          <p:nvPr/>
        </p:nvSpPr>
        <p:spPr>
          <a:xfrm xmlns:a="http://schemas.openxmlformats.org/drawingml/2006/main">
            <a:off x="3271361" y="2615121"/>
            <a:ext cx="1856708" cy="1273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675" b="1">
                <a:solidFill>
                  <a:srgbClr val="202020"/>
                </a:solidFill>
                <a:latin typeface="Arial"/>
                <a:ea typeface="Arial"/>
                <a:cs typeface="Arial"/>
              </a:defRPr>
            </a:pPr>
            <a:r>
              <a:rPr>
                <a:latin typeface="Arial"/>
                <a:ea typeface="Arial"/>
                <a:cs typeface="Arial"/>
              </a:rPr>
              <a:t>publish(image: Container)</a:t>
            </a:r>
          </a:p>
        </p:txBody>
      </p:sp>
      <p:cxnSp>
        <p:nvCxnSpPr>
          <p:cNvPr id="205" name=""/>
          <p:cNvCxnSpPr>
            <a:stCxn xmlns:a="http://schemas.openxmlformats.org/drawingml/2006/main" id="11" idx="3"/>
            <a:endCxn xmlns:a="http://schemas.openxmlformats.org/drawingml/2006/main" id="19" idx="1"/>
          </p:cNvCxnSpPr>
          <p:nvPr/>
        </p:nvCxnSpPr>
        <p:spPr>
          <a:xfrm xmlns:a="http://schemas.openxmlformats.org/drawingml/2006/main">
            <a:off x="1420780" y="2403047"/>
            <a:ext cx="324772" cy="0"/>
          </a:xfrm>
          <a:prstGeom xmlns:a="http://schemas.openxmlformats.org/drawingml/2006/main" prst="straightConnector1">
            <a:avLst/>
          </a:prstGeom>
          <a:ln xmlns:a="http://schemas.openxmlformats.org/drawingml/2006/main" w="15240">
            <a:solidFill>
              <a:srgbClr val="202020"/>
            </a:solidFill>
            <a:prstDash val="solid"/>
            <a:headEnd type="none" w="med" len="med"/>
            <a:tailEnd type="triangle" w="sm" len="sm"/>
          </a:ln>
        </p:spPr>
      </p:cxnSp>
      <p:cxnSp>
        <p:nvCxnSpPr>
          <p:cNvPr id="206" name=""/>
          <p:cNvCxnSpPr>
            <a:stCxn xmlns:a="http://schemas.openxmlformats.org/drawingml/2006/main" id="19" idx="3"/>
            <a:endCxn xmlns:a="http://schemas.openxmlformats.org/drawingml/2006/main" id="22" idx="1"/>
          </p:cNvCxnSpPr>
          <p:nvPr/>
        </p:nvCxnSpPr>
        <p:spPr>
          <a:xfrm xmlns:a="http://schemas.openxmlformats.org/drawingml/2006/main" flipV="1">
            <a:off x="2713737" y="2403046"/>
            <a:ext cx="337025" cy="0"/>
          </a:xfrm>
          <a:prstGeom xmlns:a="http://schemas.openxmlformats.org/drawingml/2006/main" prst="straightConnector1">
            <a:avLst/>
          </a:prstGeom>
          <a:ln xmlns:a="http://schemas.openxmlformats.org/drawingml/2006/main" w="15240">
            <a:solidFill>
              <a:srgbClr val="202020"/>
            </a:solidFill>
            <a:prstDash val="solid"/>
            <a:headEnd type="none" w="med" len="med"/>
            <a:tailEnd type="triangle" w="sm" len="sm"/>
          </a:ln>
        </p:spPr>
      </p:cxnSp>
      <p:sp>
        <p:nvSpPr>
          <p:cNvPr id="32" name="left-cli-sdk-label">
            <a:extLst xmlns:a="http://schemas.openxmlformats.org/drawingml/2006/main">
              <a:ext uri="{FF2B5EF4-FFF2-40B4-BE49-F238E27FC236}">
                <a16:creationId xmlns:a16="http://schemas.microsoft.com/office/drawing/2014/main" id="{6E209496-AB41-4B54-9A25-305ABE660361}"/>
              </a:ext>
            </a:extLst>
          </p:cNvPr>
          <p:cNvSpPr>
            <a:spLocks xmlns:a="http://schemas.openxmlformats.org/drawingml/2006/main" noGrp="1"/>
          </p:cNvSpPr>
          <p:nvPr/>
        </p:nvSpPr>
        <p:spPr>
          <a:xfrm xmlns:a="http://schemas.openxmlformats.org/drawingml/2006/main">
            <a:off x="1420781" y="2234533"/>
            <a:ext cx="324771" cy="1225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463" b="1">
                <a:solidFill>
                  <a:srgbClr val="888888"/>
                </a:solidFill>
                <a:latin typeface="Arial"/>
                <a:ea typeface="Arial"/>
                <a:cs typeface="Arial"/>
              </a:defRPr>
            </a:pPr>
            <a:r>
              <a:rPr>
                <a:latin typeface="Arial"/>
                <a:ea typeface="Arial"/>
                <a:cs typeface="Arial"/>
              </a:rPr>
              <a:t>CLI / SDK</a:t>
            </a:r>
          </a:p>
        </p:txBody>
      </p:sp>
      <p:sp>
        <p:nvSpPr>
          <p:cNvPr id="33" name="left-load-label">
            <a:extLst xmlns:a="http://schemas.openxmlformats.org/drawingml/2006/main">
              <a:ext uri="{FF2B5EF4-FFF2-40B4-BE49-F238E27FC236}">
                <a16:creationId xmlns:a16="http://schemas.microsoft.com/office/drawing/2014/main" id="{C9CD65AB-DE31-455F-8015-5D3C53B271AC}"/>
              </a:ext>
            </a:extLst>
          </p:cNvPr>
          <p:cNvSpPr>
            <a:spLocks xmlns:a="http://schemas.openxmlformats.org/drawingml/2006/main" noGrp="1"/>
          </p:cNvSpPr>
          <p:nvPr/>
        </p:nvSpPr>
        <p:spPr>
          <a:xfrm xmlns:a="http://schemas.openxmlformats.org/drawingml/2006/main">
            <a:off x="2713736" y="2234533"/>
            <a:ext cx="337026" cy="1225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463" b="1">
                <a:solidFill>
                  <a:srgbClr val="888888"/>
                </a:solidFill>
                <a:latin typeface="Arial"/>
                <a:ea typeface="Arial"/>
                <a:cs typeface="Arial"/>
              </a:defRPr>
            </a:pPr>
            <a:r>
              <a:rPr>
                <a:latin typeface="Arial"/>
                <a:ea typeface="Arial"/>
                <a:cs typeface="Arial"/>
              </a:rPr>
              <a:t>LOAD</a:t>
            </a:r>
          </a:p>
        </p:txBody>
      </p:sp>
      <p:sp>
        <p:nvSpPr>
          <p:cNvPr id="34" name="left-public-function-call">
            <a:extLst xmlns:a="http://schemas.openxmlformats.org/drawingml/2006/main">
              <a:ext uri="{FF2B5EF4-FFF2-40B4-BE49-F238E27FC236}">
                <a16:creationId xmlns:a16="http://schemas.microsoft.com/office/drawing/2014/main" id="{754D672B-47E1-43E7-990F-4282E008817B}"/>
              </a:ext>
            </a:extLst>
          </p:cNvPr>
          <p:cNvSpPr>
            <a:spLocks xmlns:a="http://schemas.openxmlformats.org/drawingml/2006/main" noGrp="1"/>
          </p:cNvSpPr>
          <p:nvPr/>
        </p:nvSpPr>
        <p:spPr>
          <a:xfrm xmlns:a="http://schemas.openxmlformats.org/drawingml/2006/main">
            <a:off x="1310481" y="2920841"/>
            <a:ext cx="4038187" cy="1237805"/>
          </a:xfrm>
          <a:prstGeom xmlns:a="http://schemas.openxmlformats.org/drawingml/2006/main" prst="roundRect">
            <a:avLst>
              <a:gd name="adj" fmla="val 8465"/>
            </a:avLst>
          </a:prstGeom>
          <a:solidFill xmlns:a="http://schemas.openxmlformats.org/drawingml/2006/main">
            <a:srgbClr val="FFF7F7"/>
          </a:solidFill>
          <a:ln xmlns:a="http://schemas.openxmlformats.org/drawingml/2006/main" w="11430">
            <a:solidFill>
              <a:srgbClr val="202020"/>
            </a:solidFill>
            <a:prstDash val="solid"/>
          </a:ln>
        </p:spPr>
      </p:sp>
      <p:sp>
        <p:nvSpPr>
          <p:cNvPr id="35" name="left-public-function-call-title">
            <a:extLst xmlns:a="http://schemas.openxmlformats.org/drawingml/2006/main">
              <a:ext uri="{FF2B5EF4-FFF2-40B4-BE49-F238E27FC236}">
                <a16:creationId xmlns:a16="http://schemas.microsoft.com/office/drawing/2014/main" id="{101D92DB-12EA-445C-9488-C6F62F6E5791}"/>
              </a:ext>
            </a:extLst>
          </p:cNvPr>
          <p:cNvSpPr>
            <a:spLocks xmlns:a="http://schemas.openxmlformats.org/drawingml/2006/main" noGrp="1"/>
          </p:cNvSpPr>
          <p:nvPr/>
        </p:nvSpPr>
        <p:spPr>
          <a:xfrm xmlns:a="http://schemas.openxmlformats.org/drawingml/2006/main">
            <a:off x="1451420" y="2951480"/>
            <a:ext cx="2083435" cy="1654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713" b="1">
                <a:solidFill>
                  <a:srgbClr val="E2383F"/>
                </a:solidFill>
                <a:latin typeface="Arial"/>
                <a:ea typeface="Arial"/>
                <a:cs typeface="Arial"/>
              </a:defRPr>
            </a:pPr>
            <a:r>
              <a:rPr>
                <a:latin typeface="Arial"/>
                <a:ea typeface="Arial"/>
                <a:cs typeface="Arial"/>
              </a:rPr>
              <a:t>PUBLIC FUNCTION CALL · build(source)</a:t>
            </a:r>
          </a:p>
        </p:txBody>
      </p:sp>
      <p:sp>
        <p:nvSpPr>
          <p:cNvPr id="36" name="left-function-cache-box">
            <a:extLst xmlns:a="http://schemas.openxmlformats.org/drawingml/2006/main">
              <a:ext uri="{FF2B5EF4-FFF2-40B4-BE49-F238E27FC236}">
                <a16:creationId xmlns:a16="http://schemas.microsoft.com/office/drawing/2014/main" id="{93FBAA68-08BC-4725-BDA6-9250E278C045}"/>
              </a:ext>
            </a:extLst>
          </p:cNvPr>
          <p:cNvSpPr>
            <a:spLocks xmlns:a="http://schemas.openxmlformats.org/drawingml/2006/main" noGrp="1"/>
          </p:cNvSpPr>
          <p:nvPr/>
        </p:nvSpPr>
        <p:spPr>
          <a:xfrm xmlns:a="http://schemas.openxmlformats.org/drawingml/2006/main">
            <a:off x="3730943" y="2975991"/>
            <a:ext cx="1489043" cy="153194"/>
          </a:xfrm>
          <a:prstGeom xmlns:a="http://schemas.openxmlformats.org/drawingml/2006/main" prst="roundRect">
            <a:avLst>
              <a:gd name="adj" fmla="val 50000"/>
            </a:avLst>
          </a:prstGeom>
          <a:solidFill xmlns:a="http://schemas.openxmlformats.org/drawingml/2006/main">
            <a:srgbClr val="FFDDE0"/>
          </a:solidFill>
          <a:ln xmlns:a="http://schemas.openxmlformats.org/drawingml/2006/main" w="0">
            <a:solidFill>
              <a:srgbClr val="FFDDE0"/>
            </a:solidFill>
            <a:prstDash val="solid"/>
          </a:ln>
        </p:spPr>
      </p:sp>
      <p:sp>
        <p:nvSpPr>
          <p:cNvPr id="37" name="left-function-cache-text">
            <a:extLst xmlns:a="http://schemas.openxmlformats.org/drawingml/2006/main">
              <a:ext uri="{FF2B5EF4-FFF2-40B4-BE49-F238E27FC236}">
                <a16:creationId xmlns:a16="http://schemas.microsoft.com/office/drawing/2014/main" id="{C4A5452F-4571-4B0C-9616-925181CFE756}"/>
              </a:ext>
            </a:extLst>
          </p:cNvPr>
          <p:cNvSpPr>
            <a:spLocks xmlns:a="http://schemas.openxmlformats.org/drawingml/2006/main" noGrp="1"/>
          </p:cNvSpPr>
          <p:nvPr/>
        </p:nvSpPr>
        <p:spPr>
          <a:xfrm xmlns:a="http://schemas.openxmlformats.org/drawingml/2006/main">
            <a:off x="3788093" y="2995041"/>
            <a:ext cx="1374743" cy="1150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675" b="1">
                <a:solidFill>
                  <a:srgbClr val="E2383F"/>
                </a:solidFill>
                <a:latin typeface="Arial"/>
                <a:ea typeface="Arial"/>
                <a:cs typeface="Arial"/>
              </a:defRPr>
            </a:pPr>
            <a:r>
              <a:rPr>
                <a:latin typeface="Arial"/>
                <a:ea typeface="Arial"/>
                <a:cs typeface="Arial"/>
              </a:rPr>
              <a:t>FUNCTION CALL CACHE · </a:t>
            </a:r>
            <a:r>
              <a:rPr>
                <a:latin typeface="Microsoft YaHei"/>
                <a:ea typeface="Microsoft YaHei"/>
                <a:cs typeface="Microsoft YaHei"/>
              </a:rPr>
              <a:t>条件性复用</a:t>
            </a:r>
          </a:p>
        </p:txBody>
      </p:sp>
      <p:sp>
        <p:nvSpPr>
          <p:cNvPr id="38" name="left-cache-condition">
            <a:extLst xmlns:a="http://schemas.openxmlformats.org/drawingml/2006/main">
              <a:ext uri="{FF2B5EF4-FFF2-40B4-BE49-F238E27FC236}">
                <a16:creationId xmlns:a16="http://schemas.microsoft.com/office/drawing/2014/main" id="{2707787E-ED2D-48A9-B599-E7E360380E3A}"/>
              </a:ext>
            </a:extLst>
          </p:cNvPr>
          <p:cNvSpPr>
            <a:spLocks xmlns:a="http://schemas.openxmlformats.org/drawingml/2006/main" noGrp="1"/>
          </p:cNvSpPr>
          <p:nvPr/>
        </p:nvSpPr>
        <p:spPr>
          <a:xfrm xmlns:a="http://schemas.openxmlformats.org/drawingml/2006/main">
            <a:off x="3400044" y="3104674"/>
            <a:ext cx="1807686" cy="1225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429" b="0">
                <a:solidFill>
                  <a:srgbClr val="888888"/>
                </a:solidFill>
                <a:latin typeface="Arial"/>
                <a:ea typeface="Arial"/>
                <a:cs typeface="Arial"/>
              </a:defRPr>
            </a:pPr>
            <a:r>
              <a:rPr>
                <a:latin typeface="Microsoft YaHei"/>
                <a:ea typeface="Microsoft YaHei"/>
                <a:cs typeface="Microsoft YaHei"/>
              </a:rPr>
              <a:t>相同</a:t>
            </a:r>
            <a:r>
              <a:rPr>
                <a:latin typeface="Arial"/>
                <a:ea typeface="Arial"/>
                <a:cs typeface="Arial"/>
              </a:rPr>
              <a:t> Module code + args + parent state</a:t>
            </a:r>
            <a:r>
              <a:rPr>
                <a:latin typeface="Microsoft YaHei"/>
                <a:ea typeface="Microsoft YaHei"/>
                <a:cs typeface="Microsoft YaHei"/>
              </a:rPr>
              <a:t>；</a:t>
            </a:r>
            <a:r>
              <a:rPr>
                <a:latin typeface="Arial"/>
                <a:ea typeface="Arial"/>
                <a:cs typeface="Arial"/>
              </a:rPr>
              <a:t>policy ≠ never</a:t>
            </a:r>
            <a:r>
              <a:rPr>
                <a:latin typeface="Microsoft YaHei"/>
                <a:ea typeface="Microsoft YaHei"/>
                <a:cs typeface="Microsoft YaHei"/>
              </a:rPr>
              <a:t>；</a:t>
            </a:r>
            <a:r>
              <a:rPr>
                <a:latin typeface="Arial"/>
                <a:ea typeface="Arial"/>
                <a:cs typeface="Arial"/>
              </a:rPr>
              <a:t>entry </a:t>
            </a:r>
            <a:r>
              <a:rPr>
                <a:latin typeface="Microsoft YaHei"/>
                <a:ea typeface="Microsoft YaHei"/>
                <a:cs typeface="Microsoft YaHei"/>
              </a:rPr>
              <a:t>存在</a:t>
            </a:r>
          </a:p>
        </p:txBody>
      </p:sp>
      <p:cxnSp>
        <p:nvCxnSpPr>
          <p:cNvPr id="214" name=""/>
          <p:cNvCxnSpPr>
            <a:stCxn xmlns:a="http://schemas.openxmlformats.org/drawingml/2006/main" id="22" idx="2"/>
            <a:endCxn xmlns:a="http://schemas.openxmlformats.org/drawingml/2006/main" id="34" idx="0"/>
          </p:cNvCxnSpPr>
          <p:nvPr/>
        </p:nvCxnSpPr>
        <p:spPr>
          <a:xfrm xmlns:a="http://schemas.openxmlformats.org/drawingml/2006/main" flipH="1">
            <a:off x="3329575" y="2847308"/>
            <a:ext cx="870140" cy="73533"/>
          </a:xfrm>
          <a:prstGeom xmlns:a="http://schemas.openxmlformats.org/drawingml/2006/main" prst="straightConnector1">
            <a:avLst/>
          </a:prstGeom>
          <a:ln xmlns:a="http://schemas.openxmlformats.org/drawingml/2006/main" w="17145">
            <a:solidFill>
              <a:srgbClr val="E2383F"/>
            </a:solidFill>
            <a:prstDash val="solid"/>
            <a:headEnd type="none" w="med" len="med"/>
            <a:tailEnd type="triangle" w="sm" len="sm"/>
          </a:ln>
        </p:spPr>
      </p:cxnSp>
      <p:sp>
        <p:nvSpPr>
          <p:cNvPr id="40" name="left-operation-surface">
            <a:extLst xmlns:a="http://schemas.openxmlformats.org/drawingml/2006/main">
              <a:ext uri="{FF2B5EF4-FFF2-40B4-BE49-F238E27FC236}">
                <a16:creationId xmlns:a16="http://schemas.microsoft.com/office/drawing/2014/main" id="{910E70B5-3F16-44F4-A45D-8C790DFD8031}"/>
              </a:ext>
            </a:extLst>
          </p:cNvPr>
          <p:cNvSpPr>
            <a:spLocks xmlns:a="http://schemas.openxmlformats.org/drawingml/2006/main" noGrp="1"/>
          </p:cNvSpPr>
          <p:nvPr/>
        </p:nvSpPr>
        <p:spPr>
          <a:xfrm xmlns:a="http://schemas.openxmlformats.org/drawingml/2006/main">
            <a:off x="1433036" y="3239484"/>
            <a:ext cx="3786950" cy="643414"/>
          </a:xfrm>
          <a:prstGeom xmlns:a="http://schemas.openxmlformats.org/drawingml/2006/main" prst="roundRect">
            <a:avLst>
              <a:gd name="adj" fmla="val 11843"/>
            </a:avLst>
          </a:prstGeom>
          <a:solidFill xmlns:a="http://schemas.openxmlformats.org/drawingml/2006/main">
            <a:srgbClr val="FFFFFF"/>
          </a:solidFill>
          <a:ln xmlns:a="http://schemas.openxmlformats.org/drawingml/2006/main" w="9525">
            <a:solidFill>
              <a:srgbClr val="B7B7B7"/>
            </a:solidFill>
            <a:prstDash val="solid"/>
          </a:ln>
        </p:spPr>
      </p:sp>
      <p:sp>
        <p:nvSpPr>
          <p:cNvPr id="41" name="left-operation-heading">
            <a:extLst xmlns:a="http://schemas.openxmlformats.org/drawingml/2006/main">
              <a:ext uri="{FF2B5EF4-FFF2-40B4-BE49-F238E27FC236}">
                <a16:creationId xmlns:a16="http://schemas.microsoft.com/office/drawing/2014/main" id="{15B12882-1AD8-4F88-A230-00F98FA5521D}"/>
              </a:ext>
            </a:extLst>
          </p:cNvPr>
          <p:cNvSpPr>
            <a:spLocks xmlns:a="http://schemas.openxmlformats.org/drawingml/2006/main" noGrp="1"/>
          </p:cNvSpPr>
          <p:nvPr/>
        </p:nvSpPr>
        <p:spPr>
          <a:xfrm xmlns:a="http://schemas.openxmlformats.org/drawingml/2006/main">
            <a:off x="1543336" y="3257867"/>
            <a:ext cx="2022157" cy="1348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492" b="1">
                <a:solidFill>
                  <a:srgbClr val="888888"/>
                </a:solidFill>
                <a:latin typeface="Arial"/>
                <a:ea typeface="Arial"/>
                <a:cs typeface="Arial"/>
              </a:defRPr>
            </a:pPr>
            <a:r>
              <a:rPr>
                <a:latin typeface="Arial"/>
                <a:ea typeface="Arial"/>
                <a:cs typeface="Arial"/>
              </a:rPr>
              <a:t>DAGGER ENGINE · OPERATION GRAPH</a:t>
            </a:r>
            <a:r>
              <a:rPr>
                <a:latin typeface="Microsoft YaHei"/>
                <a:ea typeface="Microsoft YaHei"/>
                <a:cs typeface="Microsoft YaHei"/>
              </a:rPr>
              <a:t>（按需计算）</a:t>
            </a:r>
          </a:p>
        </p:txBody>
      </p:sp>
      <p:sp>
        <p:nvSpPr>
          <p:cNvPr id="42" name="left-op-1">
            <a:extLst xmlns:a="http://schemas.openxmlformats.org/drawingml/2006/main">
              <a:ext uri="{FF2B5EF4-FFF2-40B4-BE49-F238E27FC236}">
                <a16:creationId xmlns:a16="http://schemas.microsoft.com/office/drawing/2014/main" id="{0B583FF5-E579-4CB5-BBA1-FD90B43DA2FD}"/>
              </a:ext>
            </a:extLst>
          </p:cNvPr>
          <p:cNvSpPr>
            <a:spLocks xmlns:a="http://schemas.openxmlformats.org/drawingml/2006/main" noGrp="1"/>
          </p:cNvSpPr>
          <p:nvPr/>
        </p:nvSpPr>
        <p:spPr>
          <a:xfrm xmlns:a="http://schemas.openxmlformats.org/drawingml/2006/main">
            <a:off x="1494314" y="3423317"/>
            <a:ext cx="735330" cy="330899"/>
          </a:xfrm>
          <a:prstGeom xmlns:a="http://schemas.openxmlformats.org/drawingml/2006/main" prst="roundRect">
            <a:avLst>
              <a:gd name="adj" fmla="val 17271"/>
            </a:avLst>
          </a:prstGeom>
          <a:solidFill xmlns:a="http://schemas.openxmlformats.org/drawingml/2006/main">
            <a:srgbClr val="F4F4F4"/>
          </a:solidFill>
          <a:ln xmlns:a="http://schemas.openxmlformats.org/drawingml/2006/main" w="9525">
            <a:solidFill>
              <a:srgbClr val="888888"/>
            </a:solidFill>
            <a:prstDash val="solid"/>
          </a:ln>
        </p:spPr>
      </p:sp>
      <p:sp>
        <p:nvSpPr>
          <p:cNvPr id="43" name="left-op-1-title">
            <a:extLst xmlns:a="http://schemas.openxmlformats.org/drawingml/2006/main">
              <a:ext uri="{FF2B5EF4-FFF2-40B4-BE49-F238E27FC236}">
                <a16:creationId xmlns:a16="http://schemas.microsoft.com/office/drawing/2014/main" id="{6BC18689-CC66-437C-A45F-8A4371F53693}"/>
              </a:ext>
            </a:extLst>
          </p:cNvPr>
          <p:cNvSpPr>
            <a:spLocks xmlns:a="http://schemas.openxmlformats.org/drawingml/2006/main" noGrp="1"/>
          </p:cNvSpPr>
          <p:nvPr/>
        </p:nvSpPr>
        <p:spPr>
          <a:xfrm xmlns:a="http://schemas.openxmlformats.org/drawingml/2006/main">
            <a:off x="1524953" y="3460083"/>
            <a:ext cx="674053" cy="1348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675" b="1">
                <a:solidFill>
                  <a:srgbClr val="202020"/>
                </a:solidFill>
                <a:latin typeface="Arial"/>
                <a:ea typeface="Arial"/>
                <a:cs typeface="Arial"/>
              </a:defRPr>
            </a:pPr>
            <a:r>
              <a:rPr>
                <a:latin typeface="Arial"/>
                <a:ea typeface="Arial"/>
                <a:cs typeface="Arial"/>
              </a:rPr>
              <a:t>base image</a:t>
            </a:r>
          </a:p>
        </p:txBody>
      </p:sp>
      <p:sp>
        <p:nvSpPr>
          <p:cNvPr id="44" name="left-op-1-sub">
            <a:extLst xmlns:a="http://schemas.openxmlformats.org/drawingml/2006/main">
              <a:ext uri="{FF2B5EF4-FFF2-40B4-BE49-F238E27FC236}">
                <a16:creationId xmlns:a16="http://schemas.microsoft.com/office/drawing/2014/main" id="{5E18675C-D3B6-436E-BD77-9861F65AEC65}"/>
              </a:ext>
            </a:extLst>
          </p:cNvPr>
          <p:cNvSpPr>
            <a:spLocks xmlns:a="http://schemas.openxmlformats.org/drawingml/2006/main" noGrp="1"/>
          </p:cNvSpPr>
          <p:nvPr/>
        </p:nvSpPr>
        <p:spPr>
          <a:xfrm xmlns:a="http://schemas.openxmlformats.org/drawingml/2006/main">
            <a:off x="1524953" y="3594894"/>
            <a:ext cx="674053" cy="11642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434" b="0">
                <a:solidFill>
                  <a:srgbClr val="202020"/>
                </a:solidFill>
                <a:latin typeface="Arial"/>
                <a:ea typeface="Arial"/>
                <a:cs typeface="Arial"/>
              </a:defRPr>
            </a:pPr>
            <a:r>
              <a:rPr>
                <a:latin typeface="Arial"/>
                <a:ea typeface="Arial"/>
                <a:cs typeface="Arial"/>
              </a:rPr>
              <a:t>node:21</a:t>
            </a:r>
          </a:p>
        </p:txBody>
      </p:sp>
      <p:sp>
        <p:nvSpPr>
          <p:cNvPr id="45" name="left-op-2">
            <a:extLst xmlns:a="http://schemas.openxmlformats.org/drawingml/2006/main">
              <a:ext uri="{FF2B5EF4-FFF2-40B4-BE49-F238E27FC236}">
                <a16:creationId xmlns:a16="http://schemas.microsoft.com/office/drawing/2014/main" id="{CA0495EE-B6E8-46B6-80BC-E119D3C5A48D}"/>
              </a:ext>
            </a:extLst>
          </p:cNvPr>
          <p:cNvSpPr>
            <a:spLocks xmlns:a="http://schemas.openxmlformats.org/drawingml/2006/main" noGrp="1"/>
          </p:cNvSpPr>
          <p:nvPr/>
        </p:nvSpPr>
        <p:spPr>
          <a:xfrm xmlns:a="http://schemas.openxmlformats.org/drawingml/2006/main">
            <a:off x="2339943" y="3423317"/>
            <a:ext cx="827246" cy="330899"/>
          </a:xfrm>
          <a:prstGeom xmlns:a="http://schemas.openxmlformats.org/drawingml/2006/main" prst="roundRect">
            <a:avLst>
              <a:gd name="adj" fmla="val 17271"/>
            </a:avLst>
          </a:prstGeom>
          <a:solidFill xmlns:a="http://schemas.openxmlformats.org/drawingml/2006/main">
            <a:srgbClr val="FFFFFF"/>
          </a:solidFill>
          <a:ln xmlns:a="http://schemas.openxmlformats.org/drawingml/2006/main" w="9525">
            <a:solidFill>
              <a:srgbClr val="202020"/>
            </a:solidFill>
            <a:prstDash val="solid"/>
          </a:ln>
        </p:spPr>
      </p:sp>
      <p:sp>
        <p:nvSpPr>
          <p:cNvPr id="46" name="left-op-2-title">
            <a:extLst xmlns:a="http://schemas.openxmlformats.org/drawingml/2006/main">
              <a:ext uri="{FF2B5EF4-FFF2-40B4-BE49-F238E27FC236}">
                <a16:creationId xmlns:a16="http://schemas.microsoft.com/office/drawing/2014/main" id="{8F226DFE-D6EE-4EFC-A1C3-E78D0CB736FD}"/>
              </a:ext>
            </a:extLst>
          </p:cNvPr>
          <p:cNvSpPr>
            <a:spLocks xmlns:a="http://schemas.openxmlformats.org/drawingml/2006/main" noGrp="1"/>
          </p:cNvSpPr>
          <p:nvPr/>
        </p:nvSpPr>
        <p:spPr>
          <a:xfrm xmlns:a="http://schemas.openxmlformats.org/drawingml/2006/main">
            <a:off x="2370582" y="3460083"/>
            <a:ext cx="765969" cy="1348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675" b="1">
                <a:solidFill>
                  <a:srgbClr val="202020"/>
                </a:solidFill>
                <a:latin typeface="Arial"/>
                <a:ea typeface="Arial"/>
                <a:cs typeface="Arial"/>
              </a:defRPr>
            </a:pPr>
            <a:r>
              <a:rPr>
                <a:latin typeface="Arial"/>
                <a:ea typeface="Arial"/>
                <a:cs typeface="Arial"/>
              </a:rPr>
              <a:t>withDirectory</a:t>
            </a:r>
          </a:p>
        </p:txBody>
      </p:sp>
      <p:sp>
        <p:nvSpPr>
          <p:cNvPr id="47" name="left-op-2-sub">
            <a:extLst xmlns:a="http://schemas.openxmlformats.org/drawingml/2006/main">
              <a:ext uri="{FF2B5EF4-FFF2-40B4-BE49-F238E27FC236}">
                <a16:creationId xmlns:a16="http://schemas.microsoft.com/office/drawing/2014/main" id="{F6176812-9933-47A4-B5A8-CC12773046F9}"/>
              </a:ext>
            </a:extLst>
          </p:cNvPr>
          <p:cNvSpPr>
            <a:spLocks xmlns:a="http://schemas.openxmlformats.org/drawingml/2006/main" noGrp="1"/>
          </p:cNvSpPr>
          <p:nvPr/>
        </p:nvSpPr>
        <p:spPr>
          <a:xfrm xmlns:a="http://schemas.openxmlformats.org/drawingml/2006/main">
            <a:off x="2370582" y="3594894"/>
            <a:ext cx="765969" cy="11642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434" b="0">
                <a:solidFill>
                  <a:srgbClr val="202020"/>
                </a:solidFill>
                <a:latin typeface="Arial"/>
                <a:ea typeface="Arial"/>
                <a:cs typeface="Arial"/>
              </a:defRPr>
            </a:pPr>
            <a:r>
              <a:rPr>
                <a:latin typeface="Arial"/>
                <a:ea typeface="Arial"/>
                <a:cs typeface="Arial"/>
              </a:rPr>
              <a:t>/src ← source</a:t>
            </a:r>
          </a:p>
        </p:txBody>
      </p:sp>
      <p:sp>
        <p:nvSpPr>
          <p:cNvPr id="48" name="left-op-3">
            <a:extLst xmlns:a="http://schemas.openxmlformats.org/drawingml/2006/main">
              <a:ext uri="{FF2B5EF4-FFF2-40B4-BE49-F238E27FC236}">
                <a16:creationId xmlns:a16="http://schemas.microsoft.com/office/drawing/2014/main" id="{4370670F-CEBF-4E02-A8C0-64B6EEB4F354}"/>
              </a:ext>
            </a:extLst>
          </p:cNvPr>
          <p:cNvSpPr>
            <a:spLocks xmlns:a="http://schemas.openxmlformats.org/drawingml/2006/main" noGrp="1"/>
          </p:cNvSpPr>
          <p:nvPr/>
        </p:nvSpPr>
        <p:spPr>
          <a:xfrm xmlns:a="http://schemas.openxmlformats.org/drawingml/2006/main">
            <a:off x="3277489" y="3423317"/>
            <a:ext cx="980440" cy="330899"/>
          </a:xfrm>
          <a:prstGeom xmlns:a="http://schemas.openxmlformats.org/drawingml/2006/main" prst="roundRect">
            <a:avLst>
              <a:gd name="adj" fmla="val 17271"/>
            </a:avLst>
          </a:prstGeom>
          <a:solidFill xmlns:a="http://schemas.openxmlformats.org/drawingml/2006/main">
            <a:srgbClr val="FFFFFF"/>
          </a:solidFill>
          <a:ln xmlns:a="http://schemas.openxmlformats.org/drawingml/2006/main" w="9525">
            <a:solidFill>
              <a:srgbClr val="888888"/>
            </a:solidFill>
            <a:prstDash val="solid"/>
          </a:ln>
        </p:spPr>
      </p:sp>
      <p:sp>
        <p:nvSpPr>
          <p:cNvPr id="49" name="left-op-3-title">
            <a:extLst xmlns:a="http://schemas.openxmlformats.org/drawingml/2006/main">
              <a:ext uri="{FF2B5EF4-FFF2-40B4-BE49-F238E27FC236}">
                <a16:creationId xmlns:a16="http://schemas.microsoft.com/office/drawing/2014/main" id="{2C4D6226-A1A3-4352-87D6-661F827EF32F}"/>
              </a:ext>
            </a:extLst>
          </p:cNvPr>
          <p:cNvSpPr>
            <a:spLocks xmlns:a="http://schemas.openxmlformats.org/drawingml/2006/main" noGrp="1"/>
          </p:cNvSpPr>
          <p:nvPr/>
        </p:nvSpPr>
        <p:spPr>
          <a:xfrm xmlns:a="http://schemas.openxmlformats.org/drawingml/2006/main">
            <a:off x="3308128" y="3460083"/>
            <a:ext cx="919163" cy="1348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675" b="1">
                <a:solidFill>
                  <a:srgbClr val="202020"/>
                </a:solidFill>
                <a:latin typeface="Arial"/>
                <a:ea typeface="Arial"/>
                <a:cs typeface="Arial"/>
              </a:defRPr>
            </a:pPr>
            <a:r>
              <a:rPr>
                <a:latin typeface="Arial"/>
                <a:ea typeface="Arial"/>
                <a:cs typeface="Arial"/>
              </a:rPr>
              <a:t>withMounted</a:t>
            </a:r>
          </a:p>
          <a:p xmlns:a="http://schemas.openxmlformats.org/drawingml/2006/main">
            <a:pPr algn="ctr">
              <a:defRPr sz="675" b="1">
                <a:solidFill>
                  <a:srgbClr val="202020"/>
                </a:solidFill>
                <a:latin typeface="Arial"/>
                <a:ea typeface="Arial"/>
                <a:cs typeface="Arial"/>
              </a:defRPr>
            </a:pPr>
            <a:r>
              <a:rPr>
                <a:latin typeface="Arial"/>
                <a:ea typeface="Arial"/>
                <a:cs typeface="Arial"/>
              </a:rPr>
              <a:t>Cache</a:t>
            </a:r>
          </a:p>
        </p:txBody>
      </p:sp>
      <p:sp>
        <p:nvSpPr>
          <p:cNvPr id="50" name="left-op-3-sub">
            <a:extLst xmlns:a="http://schemas.openxmlformats.org/drawingml/2006/main">
              <a:ext uri="{FF2B5EF4-FFF2-40B4-BE49-F238E27FC236}">
                <a16:creationId xmlns:a16="http://schemas.microsoft.com/office/drawing/2014/main" id="{441BD2C3-D098-419B-A39F-5D1E08F30A47}"/>
              </a:ext>
            </a:extLst>
          </p:cNvPr>
          <p:cNvSpPr>
            <a:spLocks xmlns:a="http://schemas.openxmlformats.org/drawingml/2006/main" noGrp="1"/>
          </p:cNvSpPr>
          <p:nvPr/>
        </p:nvSpPr>
        <p:spPr>
          <a:xfrm xmlns:a="http://schemas.openxmlformats.org/drawingml/2006/main">
            <a:off x="3308128" y="3594894"/>
            <a:ext cx="919163" cy="11642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434" b="0">
                <a:solidFill>
                  <a:srgbClr val="202020"/>
                </a:solidFill>
                <a:latin typeface="Arial"/>
                <a:ea typeface="Arial"/>
                <a:cs typeface="Arial"/>
              </a:defRPr>
            </a:pPr>
            <a:r>
              <a:rPr>
                <a:latin typeface="Arial"/>
                <a:ea typeface="Arial"/>
                <a:cs typeface="Arial"/>
              </a:rPr>
              <a:t>/root/.npm</a:t>
            </a:r>
          </a:p>
        </p:txBody>
      </p:sp>
      <p:sp>
        <p:nvSpPr>
          <p:cNvPr id="51" name="left-op-4">
            <a:extLst xmlns:a="http://schemas.openxmlformats.org/drawingml/2006/main">
              <a:ext uri="{FF2B5EF4-FFF2-40B4-BE49-F238E27FC236}">
                <a16:creationId xmlns:a16="http://schemas.microsoft.com/office/drawing/2014/main" id="{5931ABF5-78B2-4B81-8A45-3E49AED23A82}"/>
              </a:ext>
            </a:extLst>
          </p:cNvPr>
          <p:cNvSpPr>
            <a:spLocks xmlns:a="http://schemas.openxmlformats.org/drawingml/2006/main" noGrp="1"/>
          </p:cNvSpPr>
          <p:nvPr/>
        </p:nvSpPr>
        <p:spPr>
          <a:xfrm xmlns:a="http://schemas.openxmlformats.org/drawingml/2006/main">
            <a:off x="4368229" y="3423317"/>
            <a:ext cx="857885" cy="330899"/>
          </a:xfrm>
          <a:prstGeom xmlns:a="http://schemas.openxmlformats.org/drawingml/2006/main" prst="roundRect">
            <a:avLst>
              <a:gd name="adj" fmla="val 17271"/>
            </a:avLst>
          </a:prstGeom>
          <a:solidFill xmlns:a="http://schemas.openxmlformats.org/drawingml/2006/main">
            <a:srgbClr val="FFFFFF"/>
          </a:solidFill>
          <a:ln xmlns:a="http://schemas.openxmlformats.org/drawingml/2006/main" w="9525">
            <a:solidFill>
              <a:srgbClr val="202020"/>
            </a:solidFill>
            <a:prstDash val="solid"/>
          </a:ln>
        </p:spPr>
      </p:sp>
      <p:sp>
        <p:nvSpPr>
          <p:cNvPr id="52" name="left-op-4-title">
            <a:extLst xmlns:a="http://schemas.openxmlformats.org/drawingml/2006/main">
              <a:ext uri="{FF2B5EF4-FFF2-40B4-BE49-F238E27FC236}">
                <a16:creationId xmlns:a16="http://schemas.microsoft.com/office/drawing/2014/main" id="{B8E7CA1C-E177-4B18-8C11-52DC9503CFF2}"/>
              </a:ext>
            </a:extLst>
          </p:cNvPr>
          <p:cNvSpPr>
            <a:spLocks xmlns:a="http://schemas.openxmlformats.org/drawingml/2006/main" noGrp="1"/>
          </p:cNvSpPr>
          <p:nvPr/>
        </p:nvSpPr>
        <p:spPr>
          <a:xfrm xmlns:a="http://schemas.openxmlformats.org/drawingml/2006/main">
            <a:off x="4398867" y="3460083"/>
            <a:ext cx="796607" cy="1348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675" b="1">
                <a:solidFill>
                  <a:srgbClr val="202020"/>
                </a:solidFill>
                <a:latin typeface="Arial"/>
                <a:ea typeface="Arial"/>
                <a:cs typeface="Arial"/>
              </a:defRPr>
            </a:pPr>
            <a:r>
              <a:rPr>
                <a:latin typeface="Arial"/>
                <a:ea typeface="Arial"/>
                <a:cs typeface="Arial"/>
              </a:rPr>
              <a:t>withExec</a:t>
            </a:r>
          </a:p>
        </p:txBody>
      </p:sp>
      <p:sp>
        <p:nvSpPr>
          <p:cNvPr id="53" name="left-op-4-sub">
            <a:extLst xmlns:a="http://schemas.openxmlformats.org/drawingml/2006/main">
              <a:ext uri="{FF2B5EF4-FFF2-40B4-BE49-F238E27FC236}">
                <a16:creationId xmlns:a16="http://schemas.microsoft.com/office/drawing/2014/main" id="{16DA965B-34E3-4256-9F84-93A8FE535EB7}"/>
              </a:ext>
            </a:extLst>
          </p:cNvPr>
          <p:cNvSpPr>
            <a:spLocks xmlns:a="http://schemas.openxmlformats.org/drawingml/2006/main" noGrp="1"/>
          </p:cNvSpPr>
          <p:nvPr/>
        </p:nvSpPr>
        <p:spPr>
          <a:xfrm xmlns:a="http://schemas.openxmlformats.org/drawingml/2006/main">
            <a:off x="4398867" y="3594894"/>
            <a:ext cx="796607" cy="11642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434" b="0">
                <a:solidFill>
                  <a:srgbClr val="202020"/>
                </a:solidFill>
                <a:latin typeface="Arial"/>
                <a:ea typeface="Arial"/>
                <a:cs typeface="Arial"/>
              </a:defRPr>
            </a:pPr>
            <a:r>
              <a:rPr>
                <a:latin typeface="Arial"/>
                <a:ea typeface="Arial"/>
                <a:cs typeface="Arial"/>
              </a:rPr>
              <a:t>npm install</a:t>
            </a:r>
          </a:p>
        </p:txBody>
      </p:sp>
      <p:cxnSp>
        <p:nvCxnSpPr>
          <p:cNvPr id="229" name=""/>
          <p:cNvCxnSpPr>
            <a:stCxn xmlns:a="http://schemas.openxmlformats.org/drawingml/2006/main" id="42" idx="3"/>
            <a:endCxn xmlns:a="http://schemas.openxmlformats.org/drawingml/2006/main" id="45" idx="1"/>
          </p:cNvCxnSpPr>
          <p:nvPr/>
        </p:nvCxnSpPr>
        <p:spPr>
          <a:xfrm xmlns:a="http://schemas.openxmlformats.org/drawingml/2006/main">
            <a:off x="2229644" y="3588767"/>
            <a:ext cx="110299" cy="0"/>
          </a:xfrm>
          <a:prstGeom xmlns:a="http://schemas.openxmlformats.org/drawingml/2006/main" prst="straightConnector1">
            <a:avLst/>
          </a:prstGeom>
          <a:ln xmlns:a="http://schemas.openxmlformats.org/drawingml/2006/main" w="11430">
            <a:solidFill>
              <a:srgbClr val="202020"/>
            </a:solidFill>
            <a:prstDash val="solid"/>
            <a:headEnd type="none" w="med" len="med"/>
            <a:tailEnd type="triangle" w="sm" len="sm"/>
          </a:ln>
        </p:spPr>
      </p:cxnSp>
      <p:cxnSp>
        <p:nvCxnSpPr>
          <p:cNvPr id="230" name=""/>
          <p:cNvCxnSpPr>
            <a:stCxn xmlns:a="http://schemas.openxmlformats.org/drawingml/2006/main" id="45" idx="3"/>
            <a:endCxn xmlns:a="http://schemas.openxmlformats.org/drawingml/2006/main" id="48" idx="1"/>
          </p:cNvCxnSpPr>
          <p:nvPr/>
        </p:nvCxnSpPr>
        <p:spPr>
          <a:xfrm xmlns:a="http://schemas.openxmlformats.org/drawingml/2006/main">
            <a:off x="3167189" y="3588767"/>
            <a:ext cx="110300" cy="0"/>
          </a:xfrm>
          <a:prstGeom xmlns:a="http://schemas.openxmlformats.org/drawingml/2006/main" prst="straightConnector1">
            <a:avLst/>
          </a:prstGeom>
          <a:ln xmlns:a="http://schemas.openxmlformats.org/drawingml/2006/main" w="11430">
            <a:solidFill>
              <a:srgbClr val="202020"/>
            </a:solidFill>
            <a:prstDash val="solid"/>
            <a:headEnd type="none" w="med" len="med"/>
            <a:tailEnd type="triangle" w="sm" len="sm"/>
          </a:ln>
        </p:spPr>
      </p:cxnSp>
      <p:cxnSp>
        <p:nvCxnSpPr>
          <p:cNvPr id="231" name=""/>
          <p:cNvCxnSpPr>
            <a:stCxn xmlns:a="http://schemas.openxmlformats.org/drawingml/2006/main" id="48" idx="3"/>
            <a:endCxn xmlns:a="http://schemas.openxmlformats.org/drawingml/2006/main" id="51" idx="1"/>
          </p:cNvCxnSpPr>
          <p:nvPr/>
        </p:nvCxnSpPr>
        <p:spPr>
          <a:xfrm xmlns:a="http://schemas.openxmlformats.org/drawingml/2006/main">
            <a:off x="4257929" y="3588767"/>
            <a:ext cx="110300" cy="0"/>
          </a:xfrm>
          <a:prstGeom xmlns:a="http://schemas.openxmlformats.org/drawingml/2006/main" prst="straightConnector1">
            <a:avLst/>
          </a:prstGeom>
          <a:ln xmlns:a="http://schemas.openxmlformats.org/drawingml/2006/main" w="11430">
            <a:solidFill>
              <a:srgbClr val="202020"/>
            </a:solidFill>
            <a:prstDash val="solid"/>
            <a:headEnd type="none" w="med" len="med"/>
            <a:tailEnd type="triangle" w="sm" len="sm"/>
          </a:ln>
        </p:spPr>
      </p:cxnSp>
      <p:sp>
        <p:nvSpPr>
          <p:cNvPr id="57" name="left-source-reuse-mark">
            <a:extLst xmlns:a="http://schemas.openxmlformats.org/drawingml/2006/main">
              <a:ext uri="{FF2B5EF4-FFF2-40B4-BE49-F238E27FC236}">
                <a16:creationId xmlns:a16="http://schemas.microsoft.com/office/drawing/2014/main" id="{D1CA2FF3-D867-4B31-9E4B-67FD31834CAF}"/>
              </a:ext>
            </a:extLst>
          </p:cNvPr>
          <p:cNvSpPr>
            <a:spLocks xmlns:a="http://schemas.openxmlformats.org/drawingml/2006/main" noGrp="1"/>
          </p:cNvSpPr>
          <p:nvPr/>
        </p:nvSpPr>
        <p:spPr>
          <a:xfrm xmlns:a="http://schemas.openxmlformats.org/drawingml/2006/main">
            <a:off x="2395093" y="3729704"/>
            <a:ext cx="649542" cy="953"/>
          </a:xfrm>
          <a:prstGeom xmlns:a="http://schemas.openxmlformats.org/drawingml/2006/main" prst="line">
            <a:avLst/>
          </a:prstGeom>
          <a:noFill xmlns:a="http://schemas.openxmlformats.org/drawingml/2006/main"/>
          <a:ln xmlns:a="http://schemas.openxmlformats.org/drawingml/2006/main" w="17145">
            <a:solidFill>
              <a:srgbClr val="E2383F"/>
            </a:solidFill>
            <a:prstDash val="solid"/>
          </a:ln>
        </p:spPr>
      </p:sp>
      <p:sp>
        <p:nvSpPr>
          <p:cNvPr id="58" name="left-exec-reuse-mark">
            <a:extLst xmlns:a="http://schemas.openxmlformats.org/drawingml/2006/main">
              <a:ext uri="{FF2B5EF4-FFF2-40B4-BE49-F238E27FC236}">
                <a16:creationId xmlns:a16="http://schemas.microsoft.com/office/drawing/2014/main" id="{0AE36C92-F2B7-4150-A3DF-5911D6C2502A}"/>
              </a:ext>
            </a:extLst>
          </p:cNvPr>
          <p:cNvSpPr>
            <a:spLocks xmlns:a="http://schemas.openxmlformats.org/drawingml/2006/main" noGrp="1"/>
          </p:cNvSpPr>
          <p:nvPr/>
        </p:nvSpPr>
        <p:spPr>
          <a:xfrm xmlns:a="http://schemas.openxmlformats.org/drawingml/2006/main">
            <a:off x="4380484" y="3729704"/>
            <a:ext cx="667925" cy="953"/>
          </a:xfrm>
          <a:prstGeom xmlns:a="http://schemas.openxmlformats.org/drawingml/2006/main" prst="line">
            <a:avLst/>
          </a:prstGeom>
          <a:noFill xmlns:a="http://schemas.openxmlformats.org/drawingml/2006/main"/>
          <a:ln xmlns:a="http://schemas.openxmlformats.org/drawingml/2006/main" w="17145">
            <a:solidFill>
              <a:srgbClr val="E2383F"/>
            </a:solidFill>
            <a:prstDash val="solid"/>
          </a:ln>
        </p:spPr>
      </p:sp>
      <p:sp>
        <p:nvSpPr>
          <p:cNvPr id="59" name="left-reuse-explanation">
            <a:extLst xmlns:a="http://schemas.openxmlformats.org/drawingml/2006/main">
              <a:ext uri="{FF2B5EF4-FFF2-40B4-BE49-F238E27FC236}">
                <a16:creationId xmlns:a16="http://schemas.microsoft.com/office/drawing/2014/main" id="{DD40B013-357F-46D3-8AE1-F68F968E9919}"/>
              </a:ext>
            </a:extLst>
          </p:cNvPr>
          <p:cNvSpPr>
            <a:spLocks xmlns:a="http://schemas.openxmlformats.org/drawingml/2006/main" noGrp="1"/>
          </p:cNvSpPr>
          <p:nvPr/>
        </p:nvSpPr>
        <p:spPr>
          <a:xfrm xmlns:a="http://schemas.openxmlformats.org/drawingml/2006/main">
            <a:off x="1573975" y="3754215"/>
            <a:ext cx="1746409" cy="11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675" b="0">
                <a:solidFill>
                  <a:srgbClr val="E2383F"/>
                </a:solidFill>
                <a:latin typeface="Arial"/>
                <a:ea typeface="Arial"/>
                <a:cs typeface="Arial"/>
              </a:defRPr>
            </a:pPr>
            <a:r>
              <a:rPr>
                <a:latin typeface="Microsoft YaHei"/>
                <a:ea typeface="Microsoft YaHei"/>
                <a:cs typeface="Microsoft YaHei"/>
              </a:rPr>
              <a:t>红线：命中缓存的</a:t>
            </a:r>
            <a:r>
              <a:rPr>
                <a:latin typeface="Arial"/>
                <a:ea typeface="Arial"/>
                <a:cs typeface="Arial"/>
              </a:rPr>
              <a:t> Operation </a:t>
            </a:r>
            <a:r>
              <a:rPr>
                <a:latin typeface="Microsoft YaHei"/>
                <a:ea typeface="Microsoft YaHei"/>
                <a:cs typeface="Microsoft YaHei"/>
              </a:rPr>
              <a:t>结果</a:t>
            </a:r>
          </a:p>
        </p:txBody>
      </p:sp>
      <p:sp>
        <p:nvSpPr>
          <p:cNvPr id="60" name="left-cache-volume-box">
            <a:extLst xmlns:a="http://schemas.openxmlformats.org/drawingml/2006/main">
              <a:ext uri="{FF2B5EF4-FFF2-40B4-BE49-F238E27FC236}">
                <a16:creationId xmlns:a16="http://schemas.microsoft.com/office/drawing/2014/main" id="{A8C8D4B2-E44B-4323-AE51-E1108E3D46C5}"/>
              </a:ext>
            </a:extLst>
          </p:cNvPr>
          <p:cNvSpPr>
            <a:spLocks xmlns:a="http://schemas.openxmlformats.org/drawingml/2006/main" noGrp="1"/>
          </p:cNvSpPr>
          <p:nvPr/>
        </p:nvSpPr>
        <p:spPr>
          <a:xfrm xmlns:a="http://schemas.openxmlformats.org/drawingml/2006/main">
            <a:off x="1911001" y="3938048"/>
            <a:ext cx="1648365" cy="153194"/>
          </a:xfrm>
          <a:prstGeom xmlns:a="http://schemas.openxmlformats.org/drawingml/2006/main" prst="roundRect">
            <a:avLst>
              <a:gd name="adj" fmla="val 50000"/>
            </a:avLst>
          </a:prstGeom>
          <a:solidFill xmlns:a="http://schemas.openxmlformats.org/drawingml/2006/main">
            <a:srgbClr val="ECECEC"/>
          </a:solidFill>
          <a:ln xmlns:a="http://schemas.openxmlformats.org/drawingml/2006/main" w="0">
            <a:solidFill>
              <a:srgbClr val="ECECEC"/>
            </a:solidFill>
            <a:prstDash val="solid"/>
          </a:ln>
        </p:spPr>
      </p:sp>
      <p:sp>
        <p:nvSpPr>
          <p:cNvPr id="61" name="left-cache-volume-text">
            <a:extLst xmlns:a="http://schemas.openxmlformats.org/drawingml/2006/main">
              <a:ext uri="{FF2B5EF4-FFF2-40B4-BE49-F238E27FC236}">
                <a16:creationId xmlns:a16="http://schemas.microsoft.com/office/drawing/2014/main" id="{DCFAD483-F99F-4E38-9A92-47E437685E74}"/>
              </a:ext>
            </a:extLst>
          </p:cNvPr>
          <p:cNvSpPr>
            <a:spLocks xmlns:a="http://schemas.openxmlformats.org/drawingml/2006/main" noGrp="1"/>
          </p:cNvSpPr>
          <p:nvPr/>
        </p:nvSpPr>
        <p:spPr>
          <a:xfrm xmlns:a="http://schemas.openxmlformats.org/drawingml/2006/main">
            <a:off x="1968151" y="3957098"/>
            <a:ext cx="1534065" cy="1150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675" b="1">
                <a:solidFill>
                  <a:srgbClr val="202020"/>
                </a:solidFill>
                <a:latin typeface="Arial"/>
                <a:ea typeface="Arial"/>
                <a:cs typeface="Arial"/>
              </a:defRPr>
            </a:pPr>
            <a:r>
              <a:rPr>
                <a:latin typeface="Arial"/>
                <a:ea typeface="Arial"/>
                <a:cs typeface="Arial"/>
              </a:rPr>
              <a:t>CACHE VOLUME · cacheVolume("node-21")</a:t>
            </a:r>
          </a:p>
        </p:txBody>
      </p:sp>
      <p:cxnSp>
        <p:nvCxnSpPr>
          <p:cNvPr id="237" name=""/>
          <p:cNvCxnSpPr>
            <a:stCxn xmlns:a="http://schemas.openxmlformats.org/drawingml/2006/main" id="60" idx="0"/>
            <a:endCxn xmlns:a="http://schemas.openxmlformats.org/drawingml/2006/main" id="48" idx="2"/>
          </p:cNvCxnSpPr>
          <p:nvPr/>
        </p:nvCxnSpPr>
        <p:spPr>
          <a:xfrm xmlns:a="http://schemas.openxmlformats.org/drawingml/2006/main" flipV="1">
            <a:off x="2735184" y="3754216"/>
            <a:ext cx="1032526" cy="183832"/>
          </a:xfrm>
          <a:prstGeom xmlns:a="http://schemas.openxmlformats.org/drawingml/2006/main" prst="straightConnector1">
            <a:avLst/>
          </a:prstGeom>
          <a:ln xmlns:a="http://schemas.openxmlformats.org/drawingml/2006/main" w="9525">
            <a:solidFill>
              <a:srgbClr val="888888"/>
            </a:solidFill>
            <a:prstDash val="dash"/>
            <a:headEnd type="none" w="med" len="med"/>
            <a:tailEnd type="triangle" w="sm" len="sm"/>
          </a:ln>
        </p:spPr>
      </p:cxnSp>
      <p:sp>
        <p:nvSpPr>
          <p:cNvPr id="63" name="left-cache-volume-note">
            <a:extLst xmlns:a="http://schemas.openxmlformats.org/drawingml/2006/main">
              <a:ext uri="{FF2B5EF4-FFF2-40B4-BE49-F238E27FC236}">
                <a16:creationId xmlns:a16="http://schemas.microsoft.com/office/drawing/2014/main" id="{6AF82B1E-3E42-4685-93F0-C70C4913243F}"/>
              </a:ext>
            </a:extLst>
          </p:cNvPr>
          <p:cNvSpPr>
            <a:spLocks xmlns:a="http://schemas.openxmlformats.org/drawingml/2006/main" noGrp="1"/>
          </p:cNvSpPr>
          <p:nvPr/>
        </p:nvSpPr>
        <p:spPr>
          <a:xfrm xmlns:a="http://schemas.openxmlformats.org/drawingml/2006/main">
            <a:off x="3596132" y="3931920"/>
            <a:ext cx="1531937" cy="1531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444" b="0">
                <a:solidFill>
                  <a:srgbClr val="888888"/>
                </a:solidFill>
                <a:latin typeface="Arial"/>
                <a:ea typeface="Arial"/>
                <a:cs typeface="Arial"/>
              </a:defRPr>
            </a:pPr>
            <a:r>
              <a:rPr>
                <a:latin typeface="Arial"/>
                <a:ea typeface="Arial"/>
                <a:cs typeface="Arial"/>
              </a:rPr>
              <a:t>mounted into Container</a:t>
            </a:r>
            <a:r>
              <a:rPr>
                <a:latin typeface="Microsoft YaHei"/>
                <a:ea typeface="Microsoft YaHei"/>
                <a:cs typeface="Microsoft YaHei"/>
              </a:rPr>
              <a:t>；不是</a:t>
            </a:r>
            <a:r>
              <a:rPr>
                <a:latin typeface="Arial"/>
                <a:ea typeface="Arial"/>
                <a:cs typeface="Arial"/>
              </a:rPr>
              <a:t> Layer</a:t>
            </a:r>
          </a:p>
        </p:txBody>
      </p:sp>
      <p:sp>
        <p:nvSpPr>
          <p:cNvPr id="64" name="left-agent-relevance-band">
            <a:extLst xmlns:a="http://schemas.openxmlformats.org/drawingml/2006/main">
              <a:ext uri="{FF2B5EF4-FFF2-40B4-BE49-F238E27FC236}">
                <a16:creationId xmlns:a16="http://schemas.microsoft.com/office/drawing/2014/main" id="{A2018EA5-9402-4BC2-8656-A5ADF66C977D}"/>
              </a:ext>
            </a:extLst>
          </p:cNvPr>
          <p:cNvSpPr>
            <a:spLocks xmlns:a="http://schemas.openxmlformats.org/drawingml/2006/main" noGrp="1"/>
          </p:cNvSpPr>
          <p:nvPr/>
        </p:nvSpPr>
        <p:spPr>
          <a:xfrm xmlns:a="http://schemas.openxmlformats.org/drawingml/2006/main">
            <a:off x="421958" y="4385374"/>
            <a:ext cx="5147310" cy="257366"/>
          </a:xfrm>
          <a:prstGeom xmlns:a="http://schemas.openxmlformats.org/drawingml/2006/main" prst="roundRect">
            <a:avLst>
              <a:gd name="adj" fmla="val 33309"/>
            </a:avLst>
          </a:prstGeom>
          <a:solidFill xmlns:a="http://schemas.openxmlformats.org/drawingml/2006/main">
            <a:srgbClr val="FFF0F1"/>
          </a:solidFill>
          <a:ln xmlns:a="http://schemas.openxmlformats.org/drawingml/2006/main" w="8573">
            <a:solidFill>
              <a:srgbClr val="E2383F"/>
            </a:solidFill>
            <a:prstDash val="solid"/>
          </a:ln>
        </p:spPr>
      </p:sp>
      <p:sp>
        <p:nvSpPr>
          <p:cNvPr id="65" name="left-agent-relevance-title">
            <a:extLst xmlns:a="http://schemas.openxmlformats.org/drawingml/2006/main">
              <a:ext uri="{FF2B5EF4-FFF2-40B4-BE49-F238E27FC236}">
                <a16:creationId xmlns:a16="http://schemas.microsoft.com/office/drawing/2014/main" id="{BEF0567D-12C3-4DD3-B2B3-58E12DE21454}"/>
              </a:ext>
            </a:extLst>
          </p:cNvPr>
          <p:cNvSpPr>
            <a:spLocks xmlns:a="http://schemas.openxmlformats.org/drawingml/2006/main" noGrp="1"/>
          </p:cNvSpPr>
          <p:nvPr/>
        </p:nvSpPr>
        <p:spPr>
          <a:xfrm xmlns:a="http://schemas.openxmlformats.org/drawingml/2006/main">
            <a:off x="538385" y="4409885"/>
            <a:ext cx="1225550" cy="189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E2383F"/>
                </a:solidFill>
                <a:latin typeface="Arial"/>
                <a:ea typeface="Arial"/>
                <a:cs typeface="Arial"/>
              </a:defRPr>
            </a:pPr>
            <a:r>
              <a:rPr>
                <a:latin typeface="Microsoft YaHei"/>
                <a:ea typeface="Microsoft YaHei"/>
                <a:cs typeface="Microsoft YaHei"/>
              </a:rPr>
              <a:t>适合</a:t>
            </a:r>
            <a:r>
              <a:rPr>
                <a:latin typeface="Arial"/>
                <a:ea typeface="Arial"/>
                <a:cs typeface="Arial"/>
              </a:rPr>
              <a:t> Agent </a:t>
            </a:r>
            <a:r>
              <a:rPr>
                <a:latin typeface="Microsoft YaHei"/>
                <a:ea typeface="Microsoft YaHei"/>
                <a:cs typeface="Microsoft YaHei"/>
              </a:rPr>
              <a:t>多轮工程验证</a:t>
            </a:r>
          </a:p>
        </p:txBody>
      </p:sp>
      <p:sp>
        <p:nvSpPr>
          <p:cNvPr id="66" name="left-agent-relevance-copy">
            <a:extLst xmlns:a="http://schemas.openxmlformats.org/drawingml/2006/main">
              <a:ext uri="{FF2B5EF4-FFF2-40B4-BE49-F238E27FC236}">
                <a16:creationId xmlns:a16="http://schemas.microsoft.com/office/drawing/2014/main" id="{B5D7B5AF-B3CF-40D3-812A-168066B6E034}"/>
              </a:ext>
            </a:extLst>
          </p:cNvPr>
          <p:cNvSpPr>
            <a:spLocks xmlns:a="http://schemas.openxmlformats.org/drawingml/2006/main" noGrp="1"/>
          </p:cNvSpPr>
          <p:nvPr/>
        </p:nvSpPr>
        <p:spPr>
          <a:xfrm xmlns:a="http://schemas.openxmlformats.org/drawingml/2006/main">
            <a:off x="1739424" y="4409885"/>
            <a:ext cx="3676650" cy="189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750" b="0">
                <a:solidFill>
                  <a:srgbClr val="202020"/>
                </a:solidFill>
                <a:latin typeface="Arial"/>
                <a:ea typeface="Arial"/>
                <a:cs typeface="Arial"/>
              </a:defRPr>
            </a:pPr>
            <a:r>
              <a:rPr>
                <a:latin typeface="Arial"/>
                <a:ea typeface="Arial"/>
                <a:cs typeface="Arial"/>
              </a:rPr>
              <a:t>Functions </a:t>
            </a:r>
            <a:r>
              <a:rPr>
                <a:latin typeface="Microsoft YaHei"/>
                <a:ea typeface="Microsoft YaHei"/>
                <a:cs typeface="Microsoft YaHei"/>
              </a:rPr>
              <a:t>可反复调用；输入变化后，</a:t>
            </a:r>
            <a:r>
              <a:rPr>
                <a:latin typeface="Arial"/>
                <a:ea typeface="Arial"/>
                <a:cs typeface="Arial"/>
              </a:rPr>
              <a:t>Engine </a:t>
            </a:r>
            <a:r>
              <a:rPr>
                <a:latin typeface="Microsoft YaHei"/>
                <a:ea typeface="Microsoft YaHei"/>
                <a:cs typeface="Microsoft YaHei"/>
              </a:rPr>
              <a:t>重新求值并复用未受影响的</a:t>
            </a:r>
            <a:r>
              <a:rPr>
                <a:latin typeface="Arial"/>
                <a:ea typeface="Arial"/>
                <a:cs typeface="Arial"/>
              </a:rPr>
              <a:t> Operation</a:t>
            </a:r>
          </a:p>
        </p:txBody>
      </p:sp>
      <p:sp>
        <p:nvSpPr>
          <p:cNvPr id="67" name="left-capabilities-heading">
            <a:extLst xmlns:a="http://schemas.openxmlformats.org/drawingml/2006/main">
              <a:ext uri="{FF2B5EF4-FFF2-40B4-BE49-F238E27FC236}">
                <a16:creationId xmlns:a16="http://schemas.microsoft.com/office/drawing/2014/main" id="{58744E42-6490-4138-A1FC-27578879DD6D}"/>
              </a:ext>
            </a:extLst>
          </p:cNvPr>
          <p:cNvSpPr>
            <a:spLocks xmlns:a="http://schemas.openxmlformats.org/drawingml/2006/main" noGrp="1"/>
          </p:cNvSpPr>
          <p:nvPr/>
        </p:nvSpPr>
        <p:spPr>
          <a:xfrm xmlns:a="http://schemas.openxmlformats.org/drawingml/2006/main">
            <a:off x="446469" y="4704017"/>
            <a:ext cx="674053" cy="189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202020"/>
                </a:solidFill>
                <a:latin typeface="Arial"/>
                <a:ea typeface="Arial"/>
                <a:cs typeface="Arial"/>
              </a:defRPr>
            </a:pPr>
            <a:r>
              <a:rPr>
                <a:latin typeface="Microsoft YaHei"/>
                <a:ea typeface="Microsoft YaHei"/>
                <a:cs typeface="Microsoft YaHei"/>
              </a:rPr>
              <a:t>核心能力</a:t>
            </a:r>
          </a:p>
        </p:txBody>
      </p:sp>
      <p:sp>
        <p:nvSpPr>
          <p:cNvPr id="68" name="left-capabilities-divider">
            <a:extLst xmlns:a="http://schemas.openxmlformats.org/drawingml/2006/main">
              <a:ext uri="{FF2B5EF4-FFF2-40B4-BE49-F238E27FC236}">
                <a16:creationId xmlns:a16="http://schemas.microsoft.com/office/drawing/2014/main" id="{811E10CA-B739-4BD1-BE21-D3E65B0CE6DF}"/>
              </a:ext>
            </a:extLst>
          </p:cNvPr>
          <p:cNvSpPr>
            <a:spLocks xmlns:a="http://schemas.openxmlformats.org/drawingml/2006/main" noGrp="1"/>
          </p:cNvSpPr>
          <p:nvPr/>
        </p:nvSpPr>
        <p:spPr>
          <a:xfrm xmlns:a="http://schemas.openxmlformats.org/drawingml/2006/main">
            <a:off x="1126649" y="4795933"/>
            <a:ext cx="4442619" cy="953"/>
          </a:xfrm>
          <a:prstGeom xmlns:a="http://schemas.openxmlformats.org/drawingml/2006/main" prst="line">
            <a:avLst/>
          </a:prstGeom>
          <a:noFill xmlns:a="http://schemas.openxmlformats.org/drawingml/2006/main"/>
          <a:ln xmlns:a="http://schemas.openxmlformats.org/drawingml/2006/main" w="9525">
            <a:solidFill>
              <a:srgbClr val="E1E1E1"/>
            </a:solidFill>
            <a:prstDash val="solid"/>
          </a:ln>
        </p:spPr>
      </p:sp>
      <p:sp>
        <p:nvSpPr>
          <p:cNvPr id="69" name="left-cap-1-surface">
            <a:extLst xmlns:a="http://schemas.openxmlformats.org/drawingml/2006/main">
              <a:ext uri="{FF2B5EF4-FFF2-40B4-BE49-F238E27FC236}">
                <a16:creationId xmlns:a16="http://schemas.microsoft.com/office/drawing/2014/main" id="{E1630E65-53D6-4EFA-8D26-FCAC6BB50ED7}"/>
              </a:ext>
            </a:extLst>
          </p:cNvPr>
          <p:cNvSpPr>
            <a:spLocks xmlns:a="http://schemas.openxmlformats.org/drawingml/2006/main" noGrp="1"/>
          </p:cNvSpPr>
          <p:nvPr/>
        </p:nvSpPr>
        <p:spPr>
          <a:xfrm xmlns:a="http://schemas.openxmlformats.org/drawingml/2006/main">
            <a:off x="421958" y="4936871"/>
            <a:ext cx="2512378" cy="526987"/>
          </a:xfrm>
          <a:prstGeom xmlns:a="http://schemas.openxmlformats.org/drawingml/2006/main" prst="roundRect">
            <a:avLst>
              <a:gd name="adj" fmla="val 18074"/>
            </a:avLst>
          </a:prstGeom>
          <a:solidFill xmlns:a="http://schemas.openxmlformats.org/drawingml/2006/main">
            <a:srgbClr val="F7F7F7"/>
          </a:solidFill>
          <a:ln xmlns:a="http://schemas.openxmlformats.org/drawingml/2006/main" w="0">
            <a:solidFill>
              <a:srgbClr val="F7F7F7"/>
            </a:solidFill>
            <a:prstDash val="solid"/>
          </a:ln>
        </p:spPr>
      </p:sp>
      <p:sp>
        <p:nvSpPr>
          <p:cNvPr id="70" name="left-cap-1-number">
            <a:extLst xmlns:a="http://schemas.openxmlformats.org/drawingml/2006/main">
              <a:ext uri="{FF2B5EF4-FFF2-40B4-BE49-F238E27FC236}">
                <a16:creationId xmlns:a16="http://schemas.microsoft.com/office/drawing/2014/main" id="{AE43978A-800B-4644-ACC6-F86A0B2FEF8A}"/>
              </a:ext>
            </a:extLst>
          </p:cNvPr>
          <p:cNvSpPr>
            <a:spLocks xmlns:a="http://schemas.openxmlformats.org/drawingml/2006/main" noGrp="1"/>
          </p:cNvSpPr>
          <p:nvPr/>
        </p:nvSpPr>
        <p:spPr>
          <a:xfrm xmlns:a="http://schemas.openxmlformats.org/drawingml/2006/main">
            <a:off x="556768" y="5010404"/>
            <a:ext cx="294132" cy="17157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675" b="1">
                <a:solidFill>
                  <a:srgbClr val="888888"/>
                </a:solidFill>
                <a:latin typeface="Arial"/>
                <a:ea typeface="Arial"/>
                <a:cs typeface="Arial"/>
              </a:defRPr>
            </a:pPr>
            <a:r>
              <a:rPr>
                <a:latin typeface="Arial"/>
                <a:ea typeface="Arial"/>
                <a:cs typeface="Arial"/>
              </a:rPr>
              <a:t>01</a:t>
            </a:r>
          </a:p>
        </p:txBody>
      </p:sp>
      <p:sp>
        <p:nvSpPr>
          <p:cNvPr id="71" name="left-cap-1-title">
            <a:extLst xmlns:a="http://schemas.openxmlformats.org/drawingml/2006/main">
              <a:ext uri="{FF2B5EF4-FFF2-40B4-BE49-F238E27FC236}">
                <a16:creationId xmlns:a16="http://schemas.microsoft.com/office/drawing/2014/main" id="{4999B171-0945-466A-8C78-7D5F6FA7732A}"/>
              </a:ext>
            </a:extLst>
          </p:cNvPr>
          <p:cNvSpPr>
            <a:spLocks xmlns:a="http://schemas.openxmlformats.org/drawingml/2006/main" noGrp="1"/>
          </p:cNvSpPr>
          <p:nvPr/>
        </p:nvSpPr>
        <p:spPr>
          <a:xfrm xmlns:a="http://schemas.openxmlformats.org/drawingml/2006/main">
            <a:off x="863156" y="4998149"/>
            <a:ext cx="1930241" cy="1838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202020"/>
                </a:solidFill>
                <a:latin typeface="Arial"/>
                <a:ea typeface="Arial"/>
                <a:cs typeface="Arial"/>
              </a:defRPr>
            </a:pPr>
            <a:r>
              <a:rPr>
                <a:latin typeface="Microsoft YaHei"/>
                <a:ea typeface="Microsoft YaHei"/>
                <a:cs typeface="Microsoft YaHei"/>
              </a:rPr>
              <a:t>可反复调用的工程</a:t>
            </a:r>
            <a:r>
              <a:rPr>
                <a:latin typeface="Arial"/>
                <a:ea typeface="Arial"/>
                <a:cs typeface="Arial"/>
              </a:rPr>
              <a:t> Functions</a:t>
            </a:r>
          </a:p>
        </p:txBody>
      </p:sp>
      <p:sp>
        <p:nvSpPr>
          <p:cNvPr id="72" name="left-cap-1-body">
            <a:extLst xmlns:a="http://schemas.openxmlformats.org/drawingml/2006/main">
              <a:ext uri="{FF2B5EF4-FFF2-40B4-BE49-F238E27FC236}">
                <a16:creationId xmlns:a16="http://schemas.microsoft.com/office/drawing/2014/main" id="{92614443-B223-4AC9-877F-EAAD6D72FA08}"/>
              </a:ext>
            </a:extLst>
          </p:cNvPr>
          <p:cNvSpPr>
            <a:spLocks xmlns:a="http://schemas.openxmlformats.org/drawingml/2006/main" noGrp="1"/>
          </p:cNvSpPr>
          <p:nvPr/>
        </p:nvSpPr>
        <p:spPr>
          <a:xfrm xmlns:a="http://schemas.openxmlformats.org/drawingml/2006/main">
            <a:off x="863156" y="5175853"/>
            <a:ext cx="1930241" cy="26349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750" b="0">
                <a:solidFill>
                  <a:srgbClr val="202020"/>
                </a:solidFill>
                <a:latin typeface="Arial"/>
                <a:ea typeface="Arial"/>
                <a:cs typeface="Arial"/>
              </a:defRPr>
            </a:pPr>
            <a:r>
              <a:rPr>
                <a:latin typeface="Microsoft YaHei"/>
                <a:ea typeface="Microsoft YaHei"/>
                <a:cs typeface="Microsoft YaHei"/>
              </a:rPr>
              <a:t>构建、测试、环境操作封装为函数；</a:t>
            </a:r>
          </a:p>
          <a:p xmlns:a="http://schemas.openxmlformats.org/drawingml/2006/main">
            <a:pPr algn="l">
              <a:defRPr sz="750" b="0">
                <a:solidFill>
                  <a:srgbClr val="202020"/>
                </a:solidFill>
                <a:latin typeface="Arial"/>
                <a:ea typeface="Arial"/>
                <a:cs typeface="Arial"/>
              </a:defRPr>
            </a:pPr>
            <a:r>
              <a:rPr>
                <a:latin typeface="Microsoft YaHei"/>
                <a:ea typeface="Microsoft YaHei"/>
                <a:cs typeface="Microsoft YaHei"/>
              </a:rPr>
              <a:t>每轮修改后复用同一调用。</a:t>
            </a:r>
          </a:p>
        </p:txBody>
      </p:sp>
      <p:sp>
        <p:nvSpPr>
          <p:cNvPr id="73" name="left-cap-2-surface">
            <a:extLst xmlns:a="http://schemas.openxmlformats.org/drawingml/2006/main">
              <a:ext uri="{FF2B5EF4-FFF2-40B4-BE49-F238E27FC236}">
                <a16:creationId xmlns:a16="http://schemas.microsoft.com/office/drawing/2014/main" id="{C52B61FC-78DE-45A5-A732-38AF74ACB105}"/>
              </a:ext>
            </a:extLst>
          </p:cNvPr>
          <p:cNvSpPr>
            <a:spLocks xmlns:a="http://schemas.openxmlformats.org/drawingml/2006/main" noGrp="1"/>
          </p:cNvSpPr>
          <p:nvPr/>
        </p:nvSpPr>
        <p:spPr>
          <a:xfrm xmlns:a="http://schemas.openxmlformats.org/drawingml/2006/main">
            <a:off x="3056890" y="4936871"/>
            <a:ext cx="2512378" cy="526987"/>
          </a:xfrm>
          <a:prstGeom xmlns:a="http://schemas.openxmlformats.org/drawingml/2006/main" prst="roundRect">
            <a:avLst>
              <a:gd name="adj" fmla="val 18074"/>
            </a:avLst>
          </a:prstGeom>
          <a:solidFill xmlns:a="http://schemas.openxmlformats.org/drawingml/2006/main">
            <a:srgbClr val="F7F7F7"/>
          </a:solidFill>
          <a:ln xmlns:a="http://schemas.openxmlformats.org/drawingml/2006/main" w="0">
            <a:solidFill>
              <a:srgbClr val="F7F7F7"/>
            </a:solidFill>
            <a:prstDash val="solid"/>
          </a:ln>
        </p:spPr>
      </p:sp>
      <p:sp>
        <p:nvSpPr>
          <p:cNvPr id="74" name="left-cap-2-number">
            <a:extLst xmlns:a="http://schemas.openxmlformats.org/drawingml/2006/main">
              <a:ext uri="{FF2B5EF4-FFF2-40B4-BE49-F238E27FC236}">
                <a16:creationId xmlns:a16="http://schemas.microsoft.com/office/drawing/2014/main" id="{AA3C2BE9-158E-41F2-A81A-49ED5CBCBC86}"/>
              </a:ext>
            </a:extLst>
          </p:cNvPr>
          <p:cNvSpPr>
            <a:spLocks xmlns:a="http://schemas.openxmlformats.org/drawingml/2006/main" noGrp="1"/>
          </p:cNvSpPr>
          <p:nvPr/>
        </p:nvSpPr>
        <p:spPr>
          <a:xfrm xmlns:a="http://schemas.openxmlformats.org/drawingml/2006/main">
            <a:off x="3191701" y="5010404"/>
            <a:ext cx="294132" cy="17157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675" b="1">
                <a:solidFill>
                  <a:srgbClr val="888888"/>
                </a:solidFill>
                <a:latin typeface="Arial"/>
                <a:ea typeface="Arial"/>
                <a:cs typeface="Arial"/>
              </a:defRPr>
            </a:pPr>
            <a:r>
              <a:rPr>
                <a:latin typeface="Arial"/>
                <a:ea typeface="Arial"/>
                <a:cs typeface="Arial"/>
              </a:rPr>
              <a:t>02</a:t>
            </a:r>
          </a:p>
        </p:txBody>
      </p:sp>
      <p:sp>
        <p:nvSpPr>
          <p:cNvPr id="75" name="left-cap-2-title">
            <a:extLst xmlns:a="http://schemas.openxmlformats.org/drawingml/2006/main">
              <a:ext uri="{FF2B5EF4-FFF2-40B4-BE49-F238E27FC236}">
                <a16:creationId xmlns:a16="http://schemas.microsoft.com/office/drawing/2014/main" id="{083C74B5-71FA-43B2-AFA3-CE1A72D20E23}"/>
              </a:ext>
            </a:extLst>
          </p:cNvPr>
          <p:cNvSpPr>
            <a:spLocks xmlns:a="http://schemas.openxmlformats.org/drawingml/2006/main" noGrp="1"/>
          </p:cNvSpPr>
          <p:nvPr/>
        </p:nvSpPr>
        <p:spPr>
          <a:xfrm xmlns:a="http://schemas.openxmlformats.org/drawingml/2006/main">
            <a:off x="3498088" y="4998149"/>
            <a:ext cx="1930241" cy="1838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202020"/>
                </a:solidFill>
                <a:latin typeface="Arial"/>
                <a:ea typeface="Arial"/>
                <a:cs typeface="Arial"/>
              </a:defRPr>
            </a:pPr>
            <a:r>
              <a:rPr>
                <a:latin typeface="Microsoft YaHei"/>
                <a:ea typeface="Microsoft YaHei"/>
                <a:cs typeface="Microsoft YaHei"/>
              </a:rPr>
              <a:t>显式输入与执行环境</a:t>
            </a:r>
          </a:p>
        </p:txBody>
      </p:sp>
      <p:sp>
        <p:nvSpPr>
          <p:cNvPr id="76" name="left-cap-2-body">
            <a:extLst xmlns:a="http://schemas.openxmlformats.org/drawingml/2006/main">
              <a:ext uri="{FF2B5EF4-FFF2-40B4-BE49-F238E27FC236}">
                <a16:creationId xmlns:a16="http://schemas.microsoft.com/office/drawing/2014/main" id="{B58136F0-E660-4C08-AB65-0357FB7D791B}"/>
              </a:ext>
            </a:extLst>
          </p:cNvPr>
          <p:cNvSpPr>
            <a:spLocks xmlns:a="http://schemas.openxmlformats.org/drawingml/2006/main" noGrp="1"/>
          </p:cNvSpPr>
          <p:nvPr/>
        </p:nvSpPr>
        <p:spPr>
          <a:xfrm xmlns:a="http://schemas.openxmlformats.org/drawingml/2006/main">
            <a:off x="3498088" y="5175853"/>
            <a:ext cx="1930241" cy="26349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750" b="0">
                <a:solidFill>
                  <a:srgbClr val="202020"/>
                </a:solidFill>
                <a:latin typeface="Arial"/>
                <a:ea typeface="Arial"/>
                <a:cs typeface="Arial"/>
              </a:defRPr>
            </a:pPr>
            <a:r>
              <a:rPr>
                <a:latin typeface="Microsoft YaHei"/>
                <a:ea typeface="Microsoft YaHei"/>
                <a:cs typeface="Microsoft YaHei"/>
              </a:rPr>
              <a:t>显式声明代码、容器与服务；</a:t>
            </a:r>
          </a:p>
          <a:p xmlns:a="http://schemas.openxmlformats.org/drawingml/2006/main">
            <a:pPr algn="l">
              <a:defRPr sz="750" b="0">
                <a:solidFill>
                  <a:srgbClr val="202020"/>
                </a:solidFill>
                <a:latin typeface="Arial"/>
                <a:ea typeface="Arial"/>
                <a:cs typeface="Arial"/>
              </a:defRPr>
            </a:pPr>
            <a:r>
              <a:rPr>
                <a:latin typeface="Microsoft YaHei"/>
                <a:ea typeface="Microsoft YaHei"/>
                <a:cs typeface="Microsoft YaHei"/>
              </a:rPr>
              <a:t>减少每轮执行的隐含状态。</a:t>
            </a:r>
          </a:p>
        </p:txBody>
      </p:sp>
      <p:sp>
        <p:nvSpPr>
          <p:cNvPr id="77" name="left-cap-3-surface">
            <a:extLst xmlns:a="http://schemas.openxmlformats.org/drawingml/2006/main">
              <a:ext uri="{FF2B5EF4-FFF2-40B4-BE49-F238E27FC236}">
                <a16:creationId xmlns:a16="http://schemas.microsoft.com/office/drawing/2014/main" id="{E623E96F-99D4-4496-BF4C-5BA8C88E76B5}"/>
              </a:ext>
            </a:extLst>
          </p:cNvPr>
          <p:cNvSpPr>
            <a:spLocks xmlns:a="http://schemas.openxmlformats.org/drawingml/2006/main" noGrp="1"/>
          </p:cNvSpPr>
          <p:nvPr/>
        </p:nvSpPr>
        <p:spPr>
          <a:xfrm xmlns:a="http://schemas.openxmlformats.org/drawingml/2006/main">
            <a:off x="421958" y="5506752"/>
            <a:ext cx="2512378" cy="526987"/>
          </a:xfrm>
          <a:prstGeom xmlns:a="http://schemas.openxmlformats.org/drawingml/2006/main" prst="roundRect">
            <a:avLst>
              <a:gd name="adj" fmla="val 18074"/>
            </a:avLst>
          </a:prstGeom>
          <a:solidFill xmlns:a="http://schemas.openxmlformats.org/drawingml/2006/main">
            <a:srgbClr val="FFF0F1"/>
          </a:solidFill>
          <a:ln xmlns:a="http://schemas.openxmlformats.org/drawingml/2006/main" w="10478">
            <a:solidFill>
              <a:srgbClr val="E2383F"/>
            </a:solidFill>
            <a:prstDash val="solid"/>
          </a:ln>
        </p:spPr>
      </p:sp>
      <p:sp>
        <p:nvSpPr>
          <p:cNvPr id="78" name="left-cap-3-number">
            <a:extLst xmlns:a="http://schemas.openxmlformats.org/drawingml/2006/main">
              <a:ext uri="{FF2B5EF4-FFF2-40B4-BE49-F238E27FC236}">
                <a16:creationId xmlns:a16="http://schemas.microsoft.com/office/drawing/2014/main" id="{F3B355F5-A38C-4135-BB86-A65EE1B41C14}"/>
              </a:ext>
            </a:extLst>
          </p:cNvPr>
          <p:cNvSpPr>
            <a:spLocks xmlns:a="http://schemas.openxmlformats.org/drawingml/2006/main" noGrp="1"/>
          </p:cNvSpPr>
          <p:nvPr/>
        </p:nvSpPr>
        <p:spPr>
          <a:xfrm xmlns:a="http://schemas.openxmlformats.org/drawingml/2006/main">
            <a:off x="556768" y="5580285"/>
            <a:ext cx="294132" cy="17157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675" b="1">
                <a:solidFill>
                  <a:srgbClr val="E2383F"/>
                </a:solidFill>
                <a:latin typeface="Arial"/>
                <a:ea typeface="Arial"/>
                <a:cs typeface="Arial"/>
              </a:defRPr>
            </a:pPr>
            <a:r>
              <a:rPr>
                <a:latin typeface="Arial"/>
                <a:ea typeface="Arial"/>
                <a:cs typeface="Arial"/>
              </a:rPr>
              <a:t>03</a:t>
            </a:r>
          </a:p>
        </p:txBody>
      </p:sp>
      <p:sp>
        <p:nvSpPr>
          <p:cNvPr id="79" name="left-cap-3-title">
            <a:extLst xmlns:a="http://schemas.openxmlformats.org/drawingml/2006/main">
              <a:ext uri="{FF2B5EF4-FFF2-40B4-BE49-F238E27FC236}">
                <a16:creationId xmlns:a16="http://schemas.microsoft.com/office/drawing/2014/main" id="{84FB8749-0B49-4755-967C-6BDBEB189B0E}"/>
              </a:ext>
            </a:extLst>
          </p:cNvPr>
          <p:cNvSpPr>
            <a:spLocks xmlns:a="http://schemas.openxmlformats.org/drawingml/2006/main" noGrp="1"/>
          </p:cNvSpPr>
          <p:nvPr/>
        </p:nvSpPr>
        <p:spPr>
          <a:xfrm xmlns:a="http://schemas.openxmlformats.org/drawingml/2006/main">
            <a:off x="863156" y="5568029"/>
            <a:ext cx="1930241" cy="1838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202020"/>
                </a:solidFill>
                <a:latin typeface="Arial"/>
                <a:ea typeface="Arial"/>
                <a:cs typeface="Arial"/>
              </a:defRPr>
            </a:pPr>
            <a:r>
              <a:rPr>
                <a:latin typeface="Arial"/>
                <a:ea typeface="Arial"/>
                <a:cs typeface="Arial"/>
              </a:rPr>
              <a:t>Operation </a:t>
            </a:r>
            <a:r>
              <a:rPr>
                <a:latin typeface="Microsoft YaHei"/>
                <a:ea typeface="Microsoft YaHei"/>
                <a:cs typeface="Microsoft YaHei"/>
              </a:rPr>
              <a:t>级增量复用</a:t>
            </a:r>
          </a:p>
        </p:txBody>
      </p:sp>
      <p:sp>
        <p:nvSpPr>
          <p:cNvPr id="80" name="left-cap-3-body">
            <a:extLst xmlns:a="http://schemas.openxmlformats.org/drawingml/2006/main">
              <a:ext uri="{FF2B5EF4-FFF2-40B4-BE49-F238E27FC236}">
                <a16:creationId xmlns:a16="http://schemas.microsoft.com/office/drawing/2014/main" id="{BC0E35C2-BC97-4A4D-9F86-080420B6F9B6}"/>
              </a:ext>
            </a:extLst>
          </p:cNvPr>
          <p:cNvSpPr>
            <a:spLocks xmlns:a="http://schemas.openxmlformats.org/drawingml/2006/main" noGrp="1"/>
          </p:cNvSpPr>
          <p:nvPr/>
        </p:nvSpPr>
        <p:spPr>
          <a:xfrm xmlns:a="http://schemas.openxmlformats.org/drawingml/2006/main">
            <a:off x="863156" y="5745734"/>
            <a:ext cx="1930241" cy="26349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750" b="0">
                <a:solidFill>
                  <a:srgbClr val="202020"/>
                </a:solidFill>
                <a:latin typeface="Arial"/>
                <a:ea typeface="Arial"/>
                <a:cs typeface="Arial"/>
              </a:defRPr>
            </a:pPr>
            <a:r>
              <a:rPr>
                <a:latin typeface="Microsoft YaHei"/>
                <a:ea typeface="Microsoft YaHei"/>
                <a:cs typeface="Microsoft YaHei"/>
              </a:rPr>
              <a:t>变化沿依赖图传播；</a:t>
            </a:r>
          </a:p>
          <a:p xmlns:a="http://schemas.openxmlformats.org/drawingml/2006/main">
            <a:pPr algn="l">
              <a:defRPr sz="750" b="0">
                <a:solidFill>
                  <a:srgbClr val="202020"/>
                </a:solidFill>
                <a:latin typeface="Arial"/>
                <a:ea typeface="Arial"/>
                <a:cs typeface="Arial"/>
              </a:defRPr>
            </a:pPr>
            <a:r>
              <a:rPr>
                <a:latin typeface="Microsoft YaHei"/>
                <a:ea typeface="Microsoft YaHei"/>
                <a:cs typeface="Microsoft YaHei"/>
              </a:rPr>
              <a:t>只重算受影响节点。</a:t>
            </a:r>
          </a:p>
        </p:txBody>
      </p:sp>
      <p:sp>
        <p:nvSpPr>
          <p:cNvPr id="81" name="left-cap-4-surface">
            <a:extLst xmlns:a="http://schemas.openxmlformats.org/drawingml/2006/main">
              <a:ext uri="{FF2B5EF4-FFF2-40B4-BE49-F238E27FC236}">
                <a16:creationId xmlns:a16="http://schemas.microsoft.com/office/drawing/2014/main" id="{155A1724-6257-41B7-B772-22EA83007266}"/>
              </a:ext>
            </a:extLst>
          </p:cNvPr>
          <p:cNvSpPr>
            <a:spLocks xmlns:a="http://schemas.openxmlformats.org/drawingml/2006/main" noGrp="1"/>
          </p:cNvSpPr>
          <p:nvPr/>
        </p:nvSpPr>
        <p:spPr>
          <a:xfrm xmlns:a="http://schemas.openxmlformats.org/drawingml/2006/main">
            <a:off x="3056890" y="5506752"/>
            <a:ext cx="2512378" cy="526987"/>
          </a:xfrm>
          <a:prstGeom xmlns:a="http://schemas.openxmlformats.org/drawingml/2006/main" prst="roundRect">
            <a:avLst>
              <a:gd name="adj" fmla="val 18074"/>
            </a:avLst>
          </a:prstGeom>
          <a:solidFill xmlns:a="http://schemas.openxmlformats.org/drawingml/2006/main">
            <a:srgbClr val="F7F7F7"/>
          </a:solidFill>
          <a:ln xmlns:a="http://schemas.openxmlformats.org/drawingml/2006/main" w="0">
            <a:solidFill>
              <a:srgbClr val="F7F7F7"/>
            </a:solidFill>
            <a:prstDash val="solid"/>
          </a:ln>
        </p:spPr>
      </p:sp>
      <p:sp>
        <p:nvSpPr>
          <p:cNvPr id="82" name="left-cap-4-number">
            <a:extLst xmlns:a="http://schemas.openxmlformats.org/drawingml/2006/main">
              <a:ext uri="{FF2B5EF4-FFF2-40B4-BE49-F238E27FC236}">
                <a16:creationId xmlns:a16="http://schemas.microsoft.com/office/drawing/2014/main" id="{A4C1C86D-5C71-48FD-A10D-5126B6F52D77}"/>
              </a:ext>
            </a:extLst>
          </p:cNvPr>
          <p:cNvSpPr>
            <a:spLocks xmlns:a="http://schemas.openxmlformats.org/drawingml/2006/main" noGrp="1"/>
          </p:cNvSpPr>
          <p:nvPr/>
        </p:nvSpPr>
        <p:spPr>
          <a:xfrm xmlns:a="http://schemas.openxmlformats.org/drawingml/2006/main">
            <a:off x="3191701" y="5580285"/>
            <a:ext cx="294132" cy="17157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675" b="1">
                <a:solidFill>
                  <a:srgbClr val="888888"/>
                </a:solidFill>
                <a:latin typeface="Arial"/>
                <a:ea typeface="Arial"/>
                <a:cs typeface="Arial"/>
              </a:defRPr>
            </a:pPr>
            <a:r>
              <a:rPr>
                <a:latin typeface="Arial"/>
                <a:ea typeface="Arial"/>
                <a:cs typeface="Arial"/>
              </a:rPr>
              <a:t>04</a:t>
            </a:r>
          </a:p>
        </p:txBody>
      </p:sp>
      <p:sp>
        <p:nvSpPr>
          <p:cNvPr id="83" name="left-cap-4-title">
            <a:extLst xmlns:a="http://schemas.openxmlformats.org/drawingml/2006/main">
              <a:ext uri="{FF2B5EF4-FFF2-40B4-BE49-F238E27FC236}">
                <a16:creationId xmlns:a16="http://schemas.microsoft.com/office/drawing/2014/main" id="{E93AF242-EA13-45ED-86C9-970406411160}"/>
              </a:ext>
            </a:extLst>
          </p:cNvPr>
          <p:cNvSpPr>
            <a:spLocks xmlns:a="http://schemas.openxmlformats.org/drawingml/2006/main" noGrp="1"/>
          </p:cNvSpPr>
          <p:nvPr/>
        </p:nvSpPr>
        <p:spPr>
          <a:xfrm xmlns:a="http://schemas.openxmlformats.org/drawingml/2006/main">
            <a:off x="3498088" y="5568029"/>
            <a:ext cx="1930241" cy="1838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202020"/>
                </a:solidFill>
                <a:latin typeface="Arial"/>
                <a:ea typeface="Arial"/>
                <a:cs typeface="Arial"/>
              </a:defRPr>
            </a:pPr>
            <a:r>
              <a:rPr>
                <a:latin typeface="Microsoft YaHei"/>
                <a:ea typeface="Microsoft YaHei"/>
                <a:cs typeface="Microsoft YaHei"/>
              </a:rPr>
              <a:t>同一执行定义贯穿</a:t>
            </a:r>
            <a:r>
              <a:rPr>
                <a:latin typeface="Arial"/>
                <a:ea typeface="Arial"/>
                <a:cs typeface="Arial"/>
              </a:rPr>
              <a:t> Agent </a:t>
            </a:r>
            <a:r>
              <a:rPr>
                <a:latin typeface="Microsoft YaHei"/>
                <a:ea typeface="Microsoft YaHei"/>
                <a:cs typeface="Microsoft YaHei"/>
              </a:rPr>
              <a:t>与</a:t>
            </a:r>
            <a:r>
              <a:rPr>
                <a:latin typeface="Arial"/>
                <a:ea typeface="Arial"/>
                <a:cs typeface="Arial"/>
              </a:rPr>
              <a:t> CI</a:t>
            </a:r>
          </a:p>
        </p:txBody>
      </p:sp>
      <p:sp>
        <p:nvSpPr>
          <p:cNvPr id="84" name="left-cap-4-body">
            <a:extLst xmlns:a="http://schemas.openxmlformats.org/drawingml/2006/main">
              <a:ext uri="{FF2B5EF4-FFF2-40B4-BE49-F238E27FC236}">
                <a16:creationId xmlns:a16="http://schemas.microsoft.com/office/drawing/2014/main" id="{EFBD2CCF-FD66-4616-8149-6CAB64D460F8}"/>
              </a:ext>
            </a:extLst>
          </p:cNvPr>
          <p:cNvSpPr>
            <a:spLocks xmlns:a="http://schemas.openxmlformats.org/drawingml/2006/main" noGrp="1"/>
          </p:cNvSpPr>
          <p:nvPr/>
        </p:nvSpPr>
        <p:spPr>
          <a:xfrm xmlns:a="http://schemas.openxmlformats.org/drawingml/2006/main">
            <a:off x="3498088" y="5745734"/>
            <a:ext cx="1930241" cy="26349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750" b="0">
                <a:solidFill>
                  <a:srgbClr val="202020"/>
                </a:solidFill>
                <a:latin typeface="Arial"/>
                <a:ea typeface="Arial"/>
                <a:cs typeface="Arial"/>
              </a:defRPr>
            </a:pPr>
            <a:r>
              <a:rPr>
                <a:latin typeface="Arial"/>
                <a:ea typeface="Arial"/>
                <a:cs typeface="Arial"/>
              </a:rPr>
              <a:t>Agent</a:t>
            </a:r>
            <a:r>
              <a:rPr>
                <a:latin typeface="Microsoft YaHei"/>
                <a:ea typeface="Microsoft YaHei"/>
                <a:cs typeface="Microsoft YaHei"/>
              </a:rPr>
              <a:t>、本地、</a:t>
            </a:r>
            <a:r>
              <a:rPr>
                <a:latin typeface="Arial"/>
                <a:ea typeface="Arial"/>
                <a:cs typeface="Arial"/>
              </a:rPr>
              <a:t>CI </a:t>
            </a:r>
            <a:r>
              <a:rPr>
                <a:latin typeface="Microsoft YaHei"/>
                <a:ea typeface="Microsoft YaHei"/>
                <a:cs typeface="Microsoft YaHei"/>
              </a:rPr>
              <a:t>调用同一</a:t>
            </a:r>
            <a:r>
              <a:rPr>
                <a:latin typeface="Arial"/>
                <a:ea typeface="Arial"/>
                <a:cs typeface="Arial"/>
              </a:rPr>
              <a:t> Module</a:t>
            </a:r>
            <a:r>
              <a:rPr>
                <a:latin typeface="Microsoft YaHei"/>
                <a:ea typeface="Microsoft YaHei"/>
                <a:cs typeface="Microsoft YaHei"/>
              </a:rPr>
              <a:t>；</a:t>
            </a:r>
          </a:p>
          <a:p xmlns:a="http://schemas.openxmlformats.org/drawingml/2006/main">
            <a:pPr algn="l">
              <a:defRPr sz="750" b="0">
                <a:solidFill>
                  <a:srgbClr val="202020"/>
                </a:solidFill>
                <a:latin typeface="Arial"/>
                <a:ea typeface="Arial"/>
                <a:cs typeface="Arial"/>
              </a:defRPr>
            </a:pPr>
            <a:r>
              <a:rPr>
                <a:latin typeface="Microsoft YaHei"/>
                <a:ea typeface="Microsoft YaHei"/>
                <a:cs typeface="Microsoft YaHei"/>
              </a:rPr>
              <a:t>无需改写验证逻辑。</a:t>
            </a:r>
          </a:p>
        </p:txBody>
      </p:sp>
      <p:sp>
        <p:nvSpPr>
          <p:cNvPr id="85" name="right-header-accent">
            <a:extLst xmlns:a="http://schemas.openxmlformats.org/drawingml/2006/main">
              <a:ext uri="{FF2B5EF4-FFF2-40B4-BE49-F238E27FC236}">
                <a16:creationId xmlns:a16="http://schemas.microsoft.com/office/drawing/2014/main" id="{F0A91C65-BAEF-4A0B-B81C-00D1DD3C6F1A}"/>
              </a:ext>
            </a:extLst>
          </p:cNvPr>
          <p:cNvSpPr>
            <a:spLocks xmlns:a="http://schemas.openxmlformats.org/drawingml/2006/main" noGrp="1"/>
          </p:cNvSpPr>
          <p:nvPr/>
        </p:nvSpPr>
        <p:spPr>
          <a:xfrm xmlns:a="http://schemas.openxmlformats.org/drawingml/2006/main">
            <a:off x="6610477" y="1100900"/>
            <a:ext cx="36767" cy="355410"/>
          </a:xfrm>
          <a:prstGeom xmlns:a="http://schemas.openxmlformats.org/drawingml/2006/main" prst="roundRect">
            <a:avLst>
              <a:gd name="adj" fmla="val 50000"/>
            </a:avLst>
          </a:prstGeom>
          <a:solidFill xmlns:a="http://schemas.openxmlformats.org/drawingml/2006/main">
            <a:srgbClr val="E2383F"/>
          </a:solidFill>
          <a:ln xmlns:a="http://schemas.openxmlformats.org/drawingml/2006/main" w="0">
            <a:solidFill>
              <a:srgbClr val="E2383F"/>
            </a:solidFill>
            <a:prstDash val="solid"/>
          </a:ln>
        </p:spPr>
      </p:sp>
      <p:sp>
        <p:nvSpPr>
          <p:cNvPr id="86" name="right-title">
            <a:extLst xmlns:a="http://schemas.openxmlformats.org/drawingml/2006/main">
              <a:ext uri="{FF2B5EF4-FFF2-40B4-BE49-F238E27FC236}">
                <a16:creationId xmlns:a16="http://schemas.microsoft.com/office/drawing/2014/main" id="{512B0C9C-DF7D-4CBF-B5A5-4E9A732BB667}"/>
              </a:ext>
            </a:extLst>
          </p:cNvPr>
          <p:cNvSpPr>
            <a:spLocks xmlns:a="http://schemas.openxmlformats.org/drawingml/2006/main" noGrp="1"/>
          </p:cNvSpPr>
          <p:nvPr/>
        </p:nvSpPr>
        <p:spPr>
          <a:xfrm xmlns:a="http://schemas.openxmlformats.org/drawingml/2006/main">
            <a:off x="6757543" y="1119283"/>
            <a:ext cx="4902200" cy="196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351" b="1">
                <a:solidFill>
                  <a:srgbClr val="171717"/>
                </a:solidFill>
                <a:latin typeface="Arial"/>
                <a:ea typeface="Arial"/>
                <a:cs typeface="Arial"/>
              </a:defRPr>
            </a:pPr>
            <a:r>
              <a:rPr>
                <a:latin typeface="Arial"/>
                <a:ea typeface="Arial"/>
                <a:cs typeface="Arial"/>
              </a:rPr>
              <a:t>Container Use</a:t>
            </a:r>
            <a:r>
              <a:rPr>
                <a:latin typeface="Microsoft YaHei"/>
                <a:ea typeface="Microsoft YaHei"/>
                <a:cs typeface="Microsoft YaHei"/>
              </a:rPr>
              <a:t>｜任务环境的双状态架构</a:t>
            </a:r>
          </a:p>
        </p:txBody>
      </p:sp>
      <p:sp>
        <p:nvSpPr>
          <p:cNvPr id="87" name="right-subtitle">
            <a:extLst xmlns:a="http://schemas.openxmlformats.org/drawingml/2006/main">
              <a:ext uri="{FF2B5EF4-FFF2-40B4-BE49-F238E27FC236}">
                <a16:creationId xmlns:a16="http://schemas.microsoft.com/office/drawing/2014/main" id="{BCEEA68D-CC77-4E44-BC93-3E5D14058B9D}"/>
              </a:ext>
            </a:extLst>
          </p:cNvPr>
          <p:cNvSpPr>
            <a:spLocks xmlns:a="http://schemas.openxmlformats.org/drawingml/2006/main" noGrp="1"/>
          </p:cNvSpPr>
          <p:nvPr/>
        </p:nvSpPr>
        <p:spPr>
          <a:xfrm xmlns:a="http://schemas.openxmlformats.org/drawingml/2006/main">
            <a:off x="6757543" y="1309243"/>
            <a:ext cx="4902200" cy="1531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750" b="0">
                <a:solidFill>
                  <a:srgbClr val="202020"/>
                </a:solidFill>
                <a:latin typeface="Arial"/>
                <a:ea typeface="Arial"/>
                <a:cs typeface="Arial"/>
              </a:defRPr>
            </a:pPr>
            <a:r>
              <a:rPr>
                <a:latin typeface="Microsoft YaHei"/>
                <a:ea typeface="Microsoft YaHei"/>
                <a:cs typeface="Microsoft YaHei"/>
              </a:rPr>
              <a:t>一个</a:t>
            </a:r>
            <a:r>
              <a:rPr>
                <a:latin typeface="Arial"/>
                <a:ea typeface="Arial"/>
                <a:cs typeface="Arial"/>
              </a:rPr>
              <a:t> Environment ID </a:t>
            </a:r>
            <a:r>
              <a:rPr>
                <a:latin typeface="Microsoft YaHei"/>
                <a:ea typeface="Microsoft YaHei"/>
                <a:cs typeface="Microsoft YaHei"/>
              </a:rPr>
              <a:t>同时关联</a:t>
            </a:r>
            <a:r>
              <a:rPr>
                <a:latin typeface="Arial"/>
                <a:ea typeface="Arial"/>
                <a:cs typeface="Arial"/>
              </a:rPr>
              <a:t> Git </a:t>
            </a:r>
            <a:r>
              <a:rPr>
                <a:latin typeface="Microsoft YaHei"/>
                <a:ea typeface="Microsoft YaHei"/>
                <a:cs typeface="Microsoft YaHei"/>
              </a:rPr>
              <a:t>工作现场与</a:t>
            </a:r>
            <a:r>
              <a:rPr>
                <a:latin typeface="Arial"/>
                <a:ea typeface="Arial"/>
                <a:cs typeface="Arial"/>
              </a:rPr>
              <a:t> Dagger </a:t>
            </a:r>
            <a:r>
              <a:rPr>
                <a:latin typeface="Microsoft YaHei"/>
                <a:ea typeface="Microsoft YaHei"/>
                <a:cs typeface="Microsoft YaHei"/>
              </a:rPr>
              <a:t>文件系统状态</a:t>
            </a:r>
          </a:p>
        </p:txBody>
      </p:sp>
      <p:sp>
        <p:nvSpPr>
          <p:cNvPr id="88" name="right-header-divider">
            <a:extLst xmlns:a="http://schemas.openxmlformats.org/drawingml/2006/main">
              <a:ext uri="{FF2B5EF4-FFF2-40B4-BE49-F238E27FC236}">
                <a16:creationId xmlns:a16="http://schemas.microsoft.com/office/drawing/2014/main" id="{0B3E812F-1AE0-482C-AD0A-21F5AE52B487}"/>
              </a:ext>
            </a:extLst>
          </p:cNvPr>
          <p:cNvSpPr>
            <a:spLocks xmlns:a="http://schemas.openxmlformats.org/drawingml/2006/main" noGrp="1"/>
          </p:cNvSpPr>
          <p:nvPr/>
        </p:nvSpPr>
        <p:spPr>
          <a:xfrm xmlns:a="http://schemas.openxmlformats.org/drawingml/2006/main">
            <a:off x="6610477" y="1548225"/>
            <a:ext cx="5171821" cy="953"/>
          </a:xfrm>
          <a:prstGeom xmlns:a="http://schemas.openxmlformats.org/drawingml/2006/main" prst="line">
            <a:avLst/>
          </a:prstGeom>
          <a:noFill xmlns:a="http://schemas.openxmlformats.org/drawingml/2006/main"/>
          <a:ln xmlns:a="http://schemas.openxmlformats.org/drawingml/2006/main" w="11430">
            <a:solidFill>
              <a:srgbClr val="D9D9D9"/>
            </a:solidFill>
            <a:prstDash val="solid"/>
          </a:ln>
        </p:spPr>
      </p:sp>
      <p:sp>
        <p:nvSpPr>
          <p:cNvPr id="89" name="right-model-heading">
            <a:extLst xmlns:a="http://schemas.openxmlformats.org/drawingml/2006/main">
              <a:ext uri="{FF2B5EF4-FFF2-40B4-BE49-F238E27FC236}">
                <a16:creationId xmlns:a16="http://schemas.microsoft.com/office/drawing/2014/main" id="{EC3F40AE-0A89-4E81-8997-1AB26D3506CF}"/>
              </a:ext>
            </a:extLst>
          </p:cNvPr>
          <p:cNvSpPr>
            <a:spLocks xmlns:a="http://schemas.openxmlformats.org/drawingml/2006/main" noGrp="1"/>
          </p:cNvSpPr>
          <p:nvPr/>
        </p:nvSpPr>
        <p:spPr>
          <a:xfrm xmlns:a="http://schemas.openxmlformats.org/drawingml/2006/main">
            <a:off x="6647244" y="1627886"/>
            <a:ext cx="1102995" cy="1531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202020"/>
                </a:solidFill>
                <a:latin typeface="Arial"/>
                <a:ea typeface="Arial"/>
                <a:cs typeface="Arial"/>
              </a:defRPr>
            </a:pPr>
            <a:r>
              <a:rPr>
                <a:latin typeface="Microsoft YaHei"/>
                <a:ea typeface="Microsoft YaHei"/>
                <a:cs typeface="Microsoft YaHei"/>
              </a:rPr>
              <a:t>实际技术架构</a:t>
            </a:r>
          </a:p>
        </p:txBody>
      </p:sp>
      <p:sp>
        <p:nvSpPr>
          <p:cNvPr id="90" name="right-model-surface">
            <a:extLst xmlns:a="http://schemas.openxmlformats.org/drawingml/2006/main">
              <a:ext uri="{FF2B5EF4-FFF2-40B4-BE49-F238E27FC236}">
                <a16:creationId xmlns:a16="http://schemas.microsoft.com/office/drawing/2014/main" id="{27DAF4AA-AF5B-439A-9667-71AB46EC4B24}"/>
              </a:ext>
            </a:extLst>
          </p:cNvPr>
          <p:cNvSpPr>
            <a:spLocks xmlns:a="http://schemas.openxmlformats.org/drawingml/2006/main" noGrp="1"/>
          </p:cNvSpPr>
          <p:nvPr/>
        </p:nvSpPr>
        <p:spPr>
          <a:xfrm xmlns:a="http://schemas.openxmlformats.org/drawingml/2006/main">
            <a:off x="6622733" y="1836230"/>
            <a:ext cx="5147310" cy="2493994"/>
          </a:xfrm>
          <a:prstGeom xmlns:a="http://schemas.openxmlformats.org/drawingml/2006/main" prst="roundRect">
            <a:avLst>
              <a:gd name="adj" fmla="val 4583"/>
            </a:avLst>
          </a:prstGeom>
          <a:solidFill xmlns:a="http://schemas.openxmlformats.org/drawingml/2006/main">
            <a:srgbClr val="FCFCFC"/>
          </a:solidFill>
          <a:ln xmlns:a="http://schemas.openxmlformats.org/drawingml/2006/main" w="10478">
            <a:solidFill>
              <a:srgbClr val="D5D5D5"/>
            </a:solidFill>
            <a:prstDash val="solid"/>
          </a:ln>
        </p:spPr>
      </p:sp>
      <p:sp>
        <p:nvSpPr>
          <p:cNvPr id="91" name="right-agent">
            <a:extLst xmlns:a="http://schemas.openxmlformats.org/drawingml/2006/main">
              <a:ext uri="{FF2B5EF4-FFF2-40B4-BE49-F238E27FC236}">
                <a16:creationId xmlns:a16="http://schemas.microsoft.com/office/drawing/2014/main" id="{2F14E27F-7A94-41B4-B63D-BB661CD141D2}"/>
              </a:ext>
            </a:extLst>
          </p:cNvPr>
          <p:cNvSpPr>
            <a:spLocks xmlns:a="http://schemas.openxmlformats.org/drawingml/2006/main" noGrp="1"/>
          </p:cNvSpPr>
          <p:nvPr/>
        </p:nvSpPr>
        <p:spPr>
          <a:xfrm xmlns:a="http://schemas.openxmlformats.org/drawingml/2006/main">
            <a:off x="6769799" y="1958784"/>
            <a:ext cx="925290" cy="398304"/>
          </a:xfrm>
          <a:prstGeom xmlns:a="http://schemas.openxmlformats.org/drawingml/2006/main" prst="roundRect">
            <a:avLst>
              <a:gd name="adj" fmla="val 21523"/>
            </a:avLst>
          </a:prstGeom>
          <a:solidFill xmlns:a="http://schemas.openxmlformats.org/drawingml/2006/main">
            <a:srgbClr val="F4F4F4"/>
          </a:solidFill>
          <a:ln xmlns:a="http://schemas.openxmlformats.org/drawingml/2006/main" w="9525">
            <a:solidFill>
              <a:srgbClr val="888888"/>
            </a:solidFill>
            <a:prstDash val="solid"/>
          </a:ln>
        </p:spPr>
      </p:sp>
      <p:sp>
        <p:nvSpPr>
          <p:cNvPr id="92" name="right-agent-eyebrow">
            <a:extLst xmlns:a="http://schemas.openxmlformats.org/drawingml/2006/main">
              <a:ext uri="{FF2B5EF4-FFF2-40B4-BE49-F238E27FC236}">
                <a16:creationId xmlns:a16="http://schemas.microsoft.com/office/drawing/2014/main" id="{0CA58AC3-EC77-4E54-BD2E-D738AF680EB8}"/>
              </a:ext>
            </a:extLst>
          </p:cNvPr>
          <p:cNvSpPr>
            <a:spLocks xmlns:a="http://schemas.openxmlformats.org/drawingml/2006/main" noGrp="1"/>
          </p:cNvSpPr>
          <p:nvPr/>
        </p:nvSpPr>
        <p:spPr>
          <a:xfrm xmlns:a="http://schemas.openxmlformats.org/drawingml/2006/main">
            <a:off x="6849459" y="1989423"/>
            <a:ext cx="765969" cy="1225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468" b="1">
                <a:solidFill>
                  <a:srgbClr val="888888"/>
                </a:solidFill>
                <a:latin typeface="Arial"/>
                <a:ea typeface="Arial"/>
                <a:cs typeface="Arial"/>
              </a:defRPr>
            </a:pPr>
            <a:r>
              <a:rPr>
                <a:latin typeface="Arial"/>
                <a:ea typeface="Arial"/>
                <a:cs typeface="Arial"/>
              </a:rPr>
              <a:t>CODING AGENT</a:t>
            </a:r>
          </a:p>
        </p:txBody>
      </p:sp>
      <p:sp>
        <p:nvSpPr>
          <p:cNvPr id="93" name="right-agent-title">
            <a:extLst xmlns:a="http://schemas.openxmlformats.org/drawingml/2006/main">
              <a:ext uri="{FF2B5EF4-FFF2-40B4-BE49-F238E27FC236}">
                <a16:creationId xmlns:a16="http://schemas.microsoft.com/office/drawing/2014/main" id="{840F431E-31F2-466C-9933-0CF06C81F81B}"/>
              </a:ext>
            </a:extLst>
          </p:cNvPr>
          <p:cNvSpPr>
            <a:spLocks xmlns:a="http://schemas.openxmlformats.org/drawingml/2006/main" noGrp="1"/>
          </p:cNvSpPr>
          <p:nvPr/>
        </p:nvSpPr>
        <p:spPr>
          <a:xfrm xmlns:a="http://schemas.openxmlformats.org/drawingml/2006/main">
            <a:off x="6812693" y="2118106"/>
            <a:ext cx="845630" cy="17157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675" b="1">
                <a:solidFill>
                  <a:srgbClr val="202020"/>
                </a:solidFill>
                <a:latin typeface="Arial"/>
                <a:ea typeface="Arial"/>
                <a:cs typeface="Arial"/>
              </a:defRPr>
            </a:pPr>
            <a:r>
              <a:rPr>
                <a:latin typeface="Arial"/>
                <a:ea typeface="Arial"/>
                <a:cs typeface="Arial"/>
              </a:rPr>
              <a:t>Claude / Codex / Goose</a:t>
            </a:r>
          </a:p>
        </p:txBody>
      </p:sp>
      <p:sp>
        <p:nvSpPr>
          <p:cNvPr id="94" name="right-container-use-process">
            <a:extLst xmlns:a="http://schemas.openxmlformats.org/drawingml/2006/main">
              <a:ext uri="{FF2B5EF4-FFF2-40B4-BE49-F238E27FC236}">
                <a16:creationId xmlns:a16="http://schemas.microsoft.com/office/drawing/2014/main" id="{EF405C72-F353-4154-8557-381C609DA489}"/>
              </a:ext>
            </a:extLst>
          </p:cNvPr>
          <p:cNvSpPr>
            <a:spLocks xmlns:a="http://schemas.openxmlformats.org/drawingml/2006/main" noGrp="1"/>
          </p:cNvSpPr>
          <p:nvPr/>
        </p:nvSpPr>
        <p:spPr>
          <a:xfrm xmlns:a="http://schemas.openxmlformats.org/drawingml/2006/main">
            <a:off x="8124031" y="1915890"/>
            <a:ext cx="1531937" cy="477965"/>
          </a:xfrm>
          <a:prstGeom xmlns:a="http://schemas.openxmlformats.org/drawingml/2006/main" prst="roundRect">
            <a:avLst>
              <a:gd name="adj" fmla="val 19928"/>
            </a:avLst>
          </a:prstGeom>
          <a:solidFill xmlns:a="http://schemas.openxmlformats.org/drawingml/2006/main">
            <a:srgbClr val="F4F4F4"/>
          </a:solidFill>
          <a:ln xmlns:a="http://schemas.openxmlformats.org/drawingml/2006/main" w="11430">
            <a:solidFill>
              <a:srgbClr val="202020"/>
            </a:solidFill>
            <a:prstDash val="solid"/>
          </a:ln>
        </p:spPr>
      </p:sp>
      <p:sp>
        <p:nvSpPr>
          <p:cNvPr id="95" name="right-container-use-title">
            <a:extLst xmlns:a="http://schemas.openxmlformats.org/drawingml/2006/main">
              <a:ext uri="{FF2B5EF4-FFF2-40B4-BE49-F238E27FC236}">
                <a16:creationId xmlns:a16="http://schemas.microsoft.com/office/drawing/2014/main" id="{C8754FD1-1059-4953-A08B-C5E99DE11E16}"/>
              </a:ext>
            </a:extLst>
          </p:cNvPr>
          <p:cNvSpPr>
            <a:spLocks xmlns:a="http://schemas.openxmlformats.org/drawingml/2006/main" noGrp="1"/>
          </p:cNvSpPr>
          <p:nvPr/>
        </p:nvSpPr>
        <p:spPr>
          <a:xfrm xmlns:a="http://schemas.openxmlformats.org/drawingml/2006/main">
            <a:off x="8228203" y="1952657"/>
            <a:ext cx="1323594" cy="17157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786" b="1">
                <a:solidFill>
                  <a:srgbClr val="202020"/>
                </a:solidFill>
                <a:latin typeface="Arial"/>
                <a:ea typeface="Arial"/>
                <a:cs typeface="Arial"/>
              </a:defRPr>
            </a:pPr>
            <a:r>
              <a:rPr>
                <a:latin typeface="Arial"/>
                <a:ea typeface="Arial"/>
                <a:cs typeface="Arial"/>
              </a:rPr>
              <a:t>Container Use process</a:t>
            </a:r>
          </a:p>
        </p:txBody>
      </p:sp>
      <p:sp>
        <p:nvSpPr>
          <p:cNvPr id="96" name="right-container-use-body">
            <a:extLst xmlns:a="http://schemas.openxmlformats.org/drawingml/2006/main">
              <a:ext uri="{FF2B5EF4-FFF2-40B4-BE49-F238E27FC236}">
                <a16:creationId xmlns:a16="http://schemas.microsoft.com/office/drawing/2014/main" id="{F0EC3A49-6AB9-4E3F-833E-8162984DE75B}"/>
              </a:ext>
            </a:extLst>
          </p:cNvPr>
          <p:cNvSpPr>
            <a:spLocks xmlns:a="http://schemas.openxmlformats.org/drawingml/2006/main" noGrp="1"/>
          </p:cNvSpPr>
          <p:nvPr/>
        </p:nvSpPr>
        <p:spPr>
          <a:xfrm xmlns:a="http://schemas.openxmlformats.org/drawingml/2006/main">
            <a:off x="8228203" y="2136489"/>
            <a:ext cx="1323594" cy="20834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487" b="0">
                <a:solidFill>
                  <a:srgbClr val="202020"/>
                </a:solidFill>
                <a:latin typeface="Arial"/>
                <a:ea typeface="Arial"/>
                <a:cs typeface="Arial"/>
              </a:defRPr>
            </a:pPr>
            <a:r>
              <a:rPr>
                <a:latin typeface="Arial"/>
                <a:ea typeface="Arial"/>
                <a:cs typeface="Arial"/>
              </a:rPr>
              <a:t>stdio MCP server · Repository coordinator</a:t>
            </a:r>
          </a:p>
          <a:p xmlns:a="http://schemas.openxmlformats.org/drawingml/2006/main">
            <a:pPr algn="ctr">
              <a:defRPr sz="487" b="0">
                <a:solidFill>
                  <a:srgbClr val="202020"/>
                </a:solidFill>
                <a:latin typeface="Arial"/>
                <a:ea typeface="Arial"/>
                <a:cs typeface="Arial"/>
              </a:defRPr>
            </a:pPr>
            <a:r>
              <a:rPr>
                <a:latin typeface="Arial"/>
                <a:ea typeface="Arial"/>
                <a:cs typeface="Arial"/>
              </a:rPr>
              <a:t>holds dagger.Client</a:t>
            </a:r>
          </a:p>
        </p:txBody>
      </p:sp>
      <p:sp>
        <p:nvSpPr>
          <p:cNvPr id="97" name="right-project-baseline">
            <a:extLst xmlns:a="http://schemas.openxmlformats.org/drawingml/2006/main">
              <a:ext uri="{FF2B5EF4-FFF2-40B4-BE49-F238E27FC236}">
                <a16:creationId xmlns:a16="http://schemas.microsoft.com/office/drawing/2014/main" id="{01146159-F457-4246-9177-DBC2DEE72EF5}"/>
              </a:ext>
            </a:extLst>
          </p:cNvPr>
          <p:cNvSpPr>
            <a:spLocks xmlns:a="http://schemas.openxmlformats.org/drawingml/2006/main" noGrp="1"/>
          </p:cNvSpPr>
          <p:nvPr/>
        </p:nvSpPr>
        <p:spPr>
          <a:xfrm xmlns:a="http://schemas.openxmlformats.org/drawingml/2006/main">
            <a:off x="10078783" y="1915890"/>
            <a:ext cx="1513554" cy="477965"/>
          </a:xfrm>
          <a:prstGeom xmlns:a="http://schemas.openxmlformats.org/drawingml/2006/main" prst="roundRect">
            <a:avLst>
              <a:gd name="adj" fmla="val 17935"/>
            </a:avLst>
          </a:prstGeom>
          <a:solidFill xmlns:a="http://schemas.openxmlformats.org/drawingml/2006/main">
            <a:srgbClr val="FFFFFF"/>
          </a:solidFill>
          <a:ln xmlns:a="http://schemas.openxmlformats.org/drawingml/2006/main" w="9525">
            <a:solidFill>
              <a:srgbClr val="888888"/>
            </a:solidFill>
            <a:prstDash val="solid"/>
          </a:ln>
        </p:spPr>
      </p:sp>
      <p:sp>
        <p:nvSpPr>
          <p:cNvPr id="98" name="right-project-baseline-eyebrow">
            <a:extLst xmlns:a="http://schemas.openxmlformats.org/drawingml/2006/main">
              <a:ext uri="{FF2B5EF4-FFF2-40B4-BE49-F238E27FC236}">
                <a16:creationId xmlns:a16="http://schemas.microsoft.com/office/drawing/2014/main" id="{805B1778-6331-469D-8861-345447C1DE4A}"/>
              </a:ext>
            </a:extLst>
          </p:cNvPr>
          <p:cNvSpPr>
            <a:spLocks xmlns:a="http://schemas.openxmlformats.org/drawingml/2006/main" noGrp="1"/>
          </p:cNvSpPr>
          <p:nvPr/>
        </p:nvSpPr>
        <p:spPr>
          <a:xfrm xmlns:a="http://schemas.openxmlformats.org/drawingml/2006/main">
            <a:off x="10189083" y="1952657"/>
            <a:ext cx="1292955" cy="1225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468" b="1">
                <a:solidFill>
                  <a:srgbClr val="888888"/>
                </a:solidFill>
                <a:latin typeface="Arial"/>
                <a:ea typeface="Arial"/>
                <a:cs typeface="Arial"/>
              </a:defRPr>
            </a:pPr>
            <a:r>
              <a:rPr>
                <a:latin typeface="Arial"/>
                <a:ea typeface="Arial"/>
                <a:cs typeface="Arial"/>
              </a:rPr>
              <a:t>PROJECT BASELINE</a:t>
            </a:r>
          </a:p>
        </p:txBody>
      </p:sp>
      <p:sp>
        <p:nvSpPr>
          <p:cNvPr id="99" name="right-project-baseline-path">
            <a:extLst xmlns:a="http://schemas.openxmlformats.org/drawingml/2006/main">
              <a:ext uri="{FF2B5EF4-FFF2-40B4-BE49-F238E27FC236}">
                <a16:creationId xmlns:a16="http://schemas.microsoft.com/office/drawing/2014/main" id="{43B93764-444E-4961-8F11-3638A98A2D5E}"/>
              </a:ext>
            </a:extLst>
          </p:cNvPr>
          <p:cNvSpPr>
            <a:spLocks xmlns:a="http://schemas.openxmlformats.org/drawingml/2006/main" noGrp="1"/>
          </p:cNvSpPr>
          <p:nvPr/>
        </p:nvSpPr>
        <p:spPr>
          <a:xfrm xmlns:a="http://schemas.openxmlformats.org/drawingml/2006/main">
            <a:off x="10146189" y="2099723"/>
            <a:ext cx="1378744" cy="1409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675" b="1">
                <a:solidFill>
                  <a:srgbClr val="202020"/>
                </a:solidFill>
                <a:latin typeface="Arial"/>
                <a:ea typeface="Arial"/>
                <a:cs typeface="Arial"/>
              </a:defRPr>
            </a:pPr>
            <a:r>
              <a:rPr>
                <a:latin typeface="Arial"/>
                <a:ea typeface="Arial"/>
                <a:cs typeface="Arial"/>
              </a:rPr>
              <a:t>environment.json</a:t>
            </a:r>
          </a:p>
        </p:txBody>
      </p:sp>
      <p:sp>
        <p:nvSpPr>
          <p:cNvPr id="100" name="right-project-baseline-copy">
            <a:extLst xmlns:a="http://schemas.openxmlformats.org/drawingml/2006/main">
              <a:ext uri="{FF2B5EF4-FFF2-40B4-BE49-F238E27FC236}">
                <a16:creationId xmlns:a16="http://schemas.microsoft.com/office/drawing/2014/main" id="{79FED719-B128-4B83-B84E-FAC1AB1DA10F}"/>
              </a:ext>
            </a:extLst>
          </p:cNvPr>
          <p:cNvSpPr>
            <a:spLocks xmlns:a="http://schemas.openxmlformats.org/drawingml/2006/main" noGrp="1"/>
          </p:cNvSpPr>
          <p:nvPr/>
        </p:nvSpPr>
        <p:spPr>
          <a:xfrm xmlns:a="http://schemas.openxmlformats.org/drawingml/2006/main">
            <a:off x="10189083" y="2240661"/>
            <a:ext cx="1292955" cy="11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444" b="0">
                <a:solidFill>
                  <a:srgbClr val="202020"/>
                </a:solidFill>
                <a:latin typeface="Arial"/>
                <a:ea typeface="Arial"/>
                <a:cs typeface="Arial"/>
              </a:defRPr>
            </a:pPr>
            <a:r>
              <a:rPr>
                <a:latin typeface="Arial"/>
                <a:ea typeface="Arial"/>
                <a:cs typeface="Arial"/>
              </a:rPr>
              <a:t>base · setup/install · env · services</a:t>
            </a:r>
          </a:p>
        </p:txBody>
      </p:sp>
      <p:cxnSp>
        <p:nvCxnSpPr>
          <p:cNvPr id="276" name=""/>
          <p:cNvCxnSpPr>
            <a:stCxn xmlns:a="http://schemas.openxmlformats.org/drawingml/2006/main" id="91" idx="3"/>
            <a:endCxn xmlns:a="http://schemas.openxmlformats.org/drawingml/2006/main" id="94" idx="1"/>
          </p:cNvCxnSpPr>
          <p:nvPr/>
        </p:nvCxnSpPr>
        <p:spPr>
          <a:xfrm xmlns:a="http://schemas.openxmlformats.org/drawingml/2006/main" flipV="1">
            <a:off x="7695089" y="2154873"/>
            <a:ext cx="428942" cy="3064"/>
          </a:xfrm>
          <a:prstGeom xmlns:a="http://schemas.openxmlformats.org/drawingml/2006/main" prst="straightConnector1">
            <a:avLst/>
          </a:prstGeom>
          <a:ln xmlns:a="http://schemas.openxmlformats.org/drawingml/2006/main" w="14288">
            <a:solidFill>
              <a:srgbClr val="202020"/>
            </a:solidFill>
            <a:prstDash val="solid"/>
            <a:headEnd type="none" w="med" len="med"/>
            <a:tailEnd type="triangle" w="sm" len="sm"/>
          </a:ln>
        </p:spPr>
      </p:cxnSp>
      <p:cxnSp>
        <p:nvCxnSpPr>
          <p:cNvPr id="277" name=""/>
          <p:cNvCxnSpPr>
            <a:stCxn xmlns:a="http://schemas.openxmlformats.org/drawingml/2006/main" id="97" idx="1"/>
            <a:endCxn xmlns:a="http://schemas.openxmlformats.org/drawingml/2006/main" id="94" idx="3"/>
          </p:cNvCxnSpPr>
          <p:nvPr/>
        </p:nvCxnSpPr>
        <p:spPr>
          <a:xfrm xmlns:a="http://schemas.openxmlformats.org/drawingml/2006/main" flipH="1">
            <a:off x="9655968" y="2154873"/>
            <a:ext cx="422815" cy="0"/>
          </a:xfrm>
          <a:prstGeom xmlns:a="http://schemas.openxmlformats.org/drawingml/2006/main" prst="straightConnector1">
            <a:avLst/>
          </a:prstGeom>
          <a:ln xmlns:a="http://schemas.openxmlformats.org/drawingml/2006/main" w="11430">
            <a:solidFill>
              <a:srgbClr val="888888"/>
            </a:solidFill>
            <a:prstDash val="dash"/>
            <a:headEnd type="none" w="med" len="med"/>
            <a:tailEnd type="triangle" w="sm" len="sm"/>
          </a:ln>
        </p:spPr>
      </p:cxnSp>
      <p:sp>
        <p:nvSpPr>
          <p:cNvPr id="103" name="right-mcp-label">
            <a:extLst xmlns:a="http://schemas.openxmlformats.org/drawingml/2006/main">
              <a:ext uri="{FF2B5EF4-FFF2-40B4-BE49-F238E27FC236}">
                <a16:creationId xmlns:a16="http://schemas.microsoft.com/office/drawing/2014/main" id="{3CBE1C5C-2D67-46A3-B6AD-A44E44DECB91}"/>
              </a:ext>
            </a:extLst>
          </p:cNvPr>
          <p:cNvSpPr>
            <a:spLocks xmlns:a="http://schemas.openxmlformats.org/drawingml/2006/main" noGrp="1"/>
          </p:cNvSpPr>
          <p:nvPr/>
        </p:nvSpPr>
        <p:spPr>
          <a:xfrm xmlns:a="http://schemas.openxmlformats.org/drawingml/2006/main">
            <a:off x="7695089" y="2056829"/>
            <a:ext cx="428943" cy="11642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429" b="1">
                <a:solidFill>
                  <a:srgbClr val="888888"/>
                </a:solidFill>
                <a:latin typeface="Arial"/>
                <a:ea typeface="Arial"/>
                <a:cs typeface="Arial"/>
              </a:defRPr>
            </a:pPr>
            <a:r>
              <a:rPr>
                <a:latin typeface="Arial"/>
                <a:ea typeface="Arial"/>
                <a:cs typeface="Arial"/>
              </a:rPr>
              <a:t>STDIO MCP</a:t>
            </a:r>
          </a:p>
        </p:txBody>
      </p:sp>
      <p:sp>
        <p:nvSpPr>
          <p:cNvPr id="104" name="right-config-import-label">
            <a:extLst xmlns:a="http://schemas.openxmlformats.org/drawingml/2006/main">
              <a:ext uri="{FF2B5EF4-FFF2-40B4-BE49-F238E27FC236}">
                <a16:creationId xmlns:a16="http://schemas.microsoft.com/office/drawing/2014/main" id="{BD77D904-3ACA-4BF1-A992-90B91EDBCBB9}"/>
              </a:ext>
            </a:extLst>
          </p:cNvPr>
          <p:cNvSpPr>
            <a:spLocks xmlns:a="http://schemas.openxmlformats.org/drawingml/2006/main" noGrp="1"/>
          </p:cNvSpPr>
          <p:nvPr/>
        </p:nvSpPr>
        <p:spPr>
          <a:xfrm xmlns:a="http://schemas.openxmlformats.org/drawingml/2006/main">
            <a:off x="9594691" y="2056829"/>
            <a:ext cx="582136" cy="11642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391" b="1">
                <a:solidFill>
                  <a:srgbClr val="888888"/>
                </a:solidFill>
                <a:latin typeface="Arial"/>
                <a:ea typeface="Arial"/>
                <a:cs typeface="Arial"/>
              </a:defRPr>
            </a:pPr>
            <a:r>
              <a:rPr>
                <a:latin typeface="Arial"/>
                <a:ea typeface="Arial"/>
                <a:cs typeface="Arial"/>
              </a:rPr>
              <a:t>CREATE / CONFIG IMPORT</a:t>
            </a:r>
          </a:p>
        </p:txBody>
      </p:sp>
      <p:sp>
        <p:nvSpPr>
          <p:cNvPr id="105" name="right-environment-id-box">
            <a:extLst xmlns:a="http://schemas.openxmlformats.org/drawingml/2006/main">
              <a:ext uri="{FF2B5EF4-FFF2-40B4-BE49-F238E27FC236}">
                <a16:creationId xmlns:a16="http://schemas.microsoft.com/office/drawing/2014/main" id="{9CB608C6-D463-40B2-B6C7-D3F7B5FCCBF8}"/>
              </a:ext>
            </a:extLst>
          </p:cNvPr>
          <p:cNvSpPr>
            <a:spLocks xmlns:a="http://schemas.openxmlformats.org/drawingml/2006/main" noGrp="1"/>
          </p:cNvSpPr>
          <p:nvPr/>
        </p:nvSpPr>
        <p:spPr>
          <a:xfrm xmlns:a="http://schemas.openxmlformats.org/drawingml/2006/main">
            <a:off x="8136287" y="2522538"/>
            <a:ext cx="1507427" cy="257366"/>
          </a:xfrm>
          <a:prstGeom xmlns:a="http://schemas.openxmlformats.org/drawingml/2006/main" prst="roundRect">
            <a:avLst>
              <a:gd name="adj" fmla="val 50000"/>
            </a:avLst>
          </a:prstGeom>
          <a:solidFill xmlns:a="http://schemas.openxmlformats.org/drawingml/2006/main">
            <a:srgbClr val="E2383F"/>
          </a:solidFill>
          <a:ln xmlns:a="http://schemas.openxmlformats.org/drawingml/2006/main" w="0">
            <a:solidFill>
              <a:srgbClr val="E2383F"/>
            </a:solidFill>
            <a:prstDash val="solid"/>
          </a:ln>
        </p:spPr>
      </p:sp>
      <p:sp>
        <p:nvSpPr>
          <p:cNvPr id="106" name="right-environment-id-text">
            <a:extLst xmlns:a="http://schemas.openxmlformats.org/drawingml/2006/main">
              <a:ext uri="{FF2B5EF4-FFF2-40B4-BE49-F238E27FC236}">
                <a16:creationId xmlns:a16="http://schemas.microsoft.com/office/drawing/2014/main" id="{B679DB9D-A7CA-4B4A-8358-1C6C82AF51A2}"/>
              </a:ext>
            </a:extLst>
          </p:cNvPr>
          <p:cNvSpPr>
            <a:spLocks xmlns:a="http://schemas.openxmlformats.org/drawingml/2006/main" noGrp="1"/>
          </p:cNvSpPr>
          <p:nvPr/>
        </p:nvSpPr>
        <p:spPr>
          <a:xfrm xmlns:a="http://schemas.openxmlformats.org/drawingml/2006/main">
            <a:off x="8193437" y="2541588"/>
            <a:ext cx="1393127" cy="219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750" b="1">
                <a:solidFill>
                  <a:srgbClr val="FFFFFF"/>
                </a:solidFill>
                <a:latin typeface="Arial"/>
                <a:ea typeface="Arial"/>
                <a:cs typeface="Arial"/>
              </a:defRPr>
            </a:pPr>
            <a:r>
              <a:rPr>
                <a:latin typeface="Arial"/>
                <a:ea typeface="Arial"/>
                <a:cs typeface="Arial"/>
              </a:rPr>
              <a:t>Environment ID · env-42</a:t>
            </a:r>
          </a:p>
        </p:txBody>
      </p:sp>
      <p:cxnSp>
        <p:nvCxnSpPr>
          <p:cNvPr id="282" name=""/>
          <p:cNvCxnSpPr>
            <a:stCxn xmlns:a="http://schemas.openxmlformats.org/drawingml/2006/main" id="94" idx="2"/>
            <a:endCxn xmlns:a="http://schemas.openxmlformats.org/drawingml/2006/main" id="105" idx="0"/>
          </p:cNvCxnSpPr>
          <p:nvPr/>
        </p:nvCxnSpPr>
        <p:spPr>
          <a:xfrm xmlns:a="http://schemas.openxmlformats.org/drawingml/2006/main">
            <a:off x="8890000" y="2393855"/>
            <a:ext cx="1" cy="128683"/>
          </a:xfrm>
          <a:prstGeom xmlns:a="http://schemas.openxmlformats.org/drawingml/2006/main" prst="straightConnector1">
            <a:avLst/>
          </a:prstGeom>
          <a:ln xmlns:a="http://schemas.openxmlformats.org/drawingml/2006/main" w="17145">
            <a:solidFill>
              <a:srgbClr val="E2383F"/>
            </a:solidFill>
            <a:prstDash val="solid"/>
            <a:headEnd type="none" w="med" len="med"/>
            <a:tailEnd type="triangle" w="sm" len="sm"/>
          </a:ln>
        </p:spPr>
      </p:cxnSp>
      <p:sp>
        <p:nvSpPr>
          <p:cNvPr id="108" name="right-engineer-cli">
            <a:extLst xmlns:a="http://schemas.openxmlformats.org/drawingml/2006/main">
              <a:ext uri="{FF2B5EF4-FFF2-40B4-BE49-F238E27FC236}">
                <a16:creationId xmlns:a16="http://schemas.microsoft.com/office/drawing/2014/main" id="{A0CE2227-4EE3-4E7D-815B-B5717C201BDE}"/>
              </a:ext>
            </a:extLst>
          </p:cNvPr>
          <p:cNvSpPr>
            <a:spLocks xmlns:a="http://schemas.openxmlformats.org/drawingml/2006/main" noGrp="1"/>
          </p:cNvSpPr>
          <p:nvPr/>
        </p:nvSpPr>
        <p:spPr>
          <a:xfrm xmlns:a="http://schemas.openxmlformats.org/drawingml/2006/main">
            <a:off x="10029762" y="2498027"/>
            <a:ext cx="1562576" cy="306388"/>
          </a:xfrm>
          <a:prstGeom xmlns:a="http://schemas.openxmlformats.org/drawingml/2006/main" prst="roundRect">
            <a:avLst>
              <a:gd name="adj" fmla="val 27979"/>
            </a:avLst>
          </a:prstGeom>
          <a:solidFill xmlns:a="http://schemas.openxmlformats.org/drawingml/2006/main">
            <a:srgbClr val="FFFFFF"/>
          </a:solidFill>
          <a:ln xmlns:a="http://schemas.openxmlformats.org/drawingml/2006/main" w="9525">
            <a:solidFill>
              <a:srgbClr val="888888"/>
            </a:solidFill>
            <a:prstDash val="solid"/>
          </a:ln>
        </p:spPr>
      </p:sp>
      <p:sp>
        <p:nvSpPr>
          <p:cNvPr id="109" name="right-engineer-cli-label">
            <a:extLst xmlns:a="http://schemas.openxmlformats.org/drawingml/2006/main">
              <a:ext uri="{FF2B5EF4-FFF2-40B4-BE49-F238E27FC236}">
                <a16:creationId xmlns:a16="http://schemas.microsoft.com/office/drawing/2014/main" id="{11438131-A84C-4B63-9D24-EEDF24A4EF96}"/>
              </a:ext>
            </a:extLst>
          </p:cNvPr>
          <p:cNvSpPr>
            <a:spLocks xmlns:a="http://schemas.openxmlformats.org/drawingml/2006/main" noGrp="1"/>
          </p:cNvSpPr>
          <p:nvPr/>
        </p:nvSpPr>
        <p:spPr>
          <a:xfrm xmlns:a="http://schemas.openxmlformats.org/drawingml/2006/main">
            <a:off x="10140061" y="2522538"/>
            <a:ext cx="1341977" cy="11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449" b="1">
                <a:solidFill>
                  <a:srgbClr val="888888"/>
                </a:solidFill>
                <a:latin typeface="Arial"/>
                <a:ea typeface="Arial"/>
                <a:cs typeface="Arial"/>
              </a:defRPr>
            </a:pPr>
            <a:r>
              <a:rPr>
                <a:latin typeface="Arial"/>
                <a:ea typeface="Arial"/>
                <a:cs typeface="Arial"/>
              </a:rPr>
              <a:t>ENGINEER CLI</a:t>
            </a:r>
          </a:p>
        </p:txBody>
      </p:sp>
      <p:sp>
        <p:nvSpPr>
          <p:cNvPr id="110" name="right-engineer-cli-actions">
            <a:extLst xmlns:a="http://schemas.openxmlformats.org/drawingml/2006/main">
              <a:ext uri="{FF2B5EF4-FFF2-40B4-BE49-F238E27FC236}">
                <a16:creationId xmlns:a16="http://schemas.microsoft.com/office/drawing/2014/main" id="{75E61AB9-EAAC-474D-AF56-D816CFFF8F65}"/>
              </a:ext>
            </a:extLst>
          </p:cNvPr>
          <p:cNvSpPr>
            <a:spLocks xmlns:a="http://schemas.openxmlformats.org/drawingml/2006/main" noGrp="1"/>
          </p:cNvSpPr>
          <p:nvPr/>
        </p:nvSpPr>
        <p:spPr>
          <a:xfrm xmlns:a="http://schemas.openxmlformats.org/drawingml/2006/main">
            <a:off x="10115550" y="2638965"/>
            <a:ext cx="1390999" cy="1225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675" b="1">
                <a:solidFill>
                  <a:srgbClr val="202020"/>
                </a:solidFill>
                <a:latin typeface="Arial"/>
                <a:ea typeface="Arial"/>
                <a:cs typeface="Arial"/>
              </a:defRPr>
            </a:pPr>
            <a:r>
              <a:rPr>
                <a:latin typeface="Arial"/>
                <a:ea typeface="Arial"/>
                <a:cs typeface="Arial"/>
              </a:rPr>
              <a:t>inspect / terminal / merge / apply / delete</a:t>
            </a:r>
          </a:p>
        </p:txBody>
      </p:sp>
      <p:sp>
        <p:nvSpPr>
          <p:cNvPr id="111" name="right-git-state-plane">
            <a:extLst xmlns:a="http://schemas.openxmlformats.org/drawingml/2006/main">
              <a:ext uri="{FF2B5EF4-FFF2-40B4-BE49-F238E27FC236}">
                <a16:creationId xmlns:a16="http://schemas.microsoft.com/office/drawing/2014/main" id="{1FCA75E6-1091-4473-9899-322BF196411E}"/>
              </a:ext>
            </a:extLst>
          </p:cNvPr>
          <p:cNvSpPr>
            <a:spLocks xmlns:a="http://schemas.openxmlformats.org/drawingml/2006/main" noGrp="1"/>
          </p:cNvSpPr>
          <p:nvPr/>
        </p:nvSpPr>
        <p:spPr>
          <a:xfrm xmlns:a="http://schemas.openxmlformats.org/drawingml/2006/main">
            <a:off x="6769799" y="2945352"/>
            <a:ext cx="2236629" cy="919163"/>
          </a:xfrm>
          <a:prstGeom xmlns:a="http://schemas.openxmlformats.org/drawingml/2006/main" prst="roundRect">
            <a:avLst>
              <a:gd name="adj" fmla="val 10363"/>
            </a:avLst>
          </a:prstGeom>
          <a:solidFill xmlns:a="http://schemas.openxmlformats.org/drawingml/2006/main">
            <a:srgbClr val="FFFFFF"/>
          </a:solidFill>
          <a:ln xmlns:a="http://schemas.openxmlformats.org/drawingml/2006/main" w="11430">
            <a:solidFill>
              <a:srgbClr val="202020"/>
            </a:solidFill>
            <a:prstDash val="solid"/>
          </a:ln>
        </p:spPr>
      </p:sp>
      <p:sp>
        <p:nvSpPr>
          <p:cNvPr id="112" name="right-dagger-state-plane">
            <a:extLst xmlns:a="http://schemas.openxmlformats.org/drawingml/2006/main">
              <a:ext uri="{FF2B5EF4-FFF2-40B4-BE49-F238E27FC236}">
                <a16:creationId xmlns:a16="http://schemas.microsoft.com/office/drawing/2014/main" id="{2107CB40-6A79-43F8-9246-865398310009}"/>
              </a:ext>
            </a:extLst>
          </p:cNvPr>
          <p:cNvSpPr>
            <a:spLocks xmlns:a="http://schemas.openxmlformats.org/drawingml/2006/main" noGrp="1"/>
          </p:cNvSpPr>
          <p:nvPr/>
        </p:nvSpPr>
        <p:spPr>
          <a:xfrm xmlns:a="http://schemas.openxmlformats.org/drawingml/2006/main">
            <a:off x="9386348" y="2945352"/>
            <a:ext cx="2205990" cy="919163"/>
          </a:xfrm>
          <a:prstGeom xmlns:a="http://schemas.openxmlformats.org/drawingml/2006/main" prst="roundRect">
            <a:avLst>
              <a:gd name="adj" fmla="val 10363"/>
            </a:avLst>
          </a:prstGeom>
          <a:solidFill xmlns:a="http://schemas.openxmlformats.org/drawingml/2006/main">
            <a:srgbClr val="FFFFFF"/>
          </a:solidFill>
          <a:ln xmlns:a="http://schemas.openxmlformats.org/drawingml/2006/main" w="11430">
            <a:solidFill>
              <a:srgbClr val="202020"/>
            </a:solidFill>
            <a:prstDash val="solid"/>
          </a:ln>
        </p:spPr>
      </p:sp>
      <p:cxnSp>
        <p:nvCxnSpPr>
          <p:cNvPr id="288" name=""/>
          <p:cNvCxnSpPr>
            <a:stCxn xmlns:a="http://schemas.openxmlformats.org/drawingml/2006/main" id="105" idx="2"/>
            <a:endCxn xmlns:a="http://schemas.openxmlformats.org/drawingml/2006/main" id="111" idx="0"/>
          </p:cNvCxnSpPr>
          <p:nvPr/>
        </p:nvCxnSpPr>
        <p:spPr>
          <a:xfrm xmlns:a="http://schemas.openxmlformats.org/drawingml/2006/main" rot="5400000">
            <a:off x="8306333" y="2361685"/>
            <a:ext cx="165448" cy="1001887"/>
          </a:xfrm>
          <a:prstGeom xmlns:a="http://schemas.openxmlformats.org/drawingml/2006/main" prst="curvedConnector3">
            <a:avLst>
              <a:gd name="adj1" fmla="val 50000"/>
            </a:avLst>
          </a:prstGeom>
          <a:ln xmlns:a="http://schemas.openxmlformats.org/drawingml/2006/main" w="16193">
            <a:solidFill>
              <a:srgbClr val="E2383F"/>
            </a:solidFill>
            <a:prstDash val="solid"/>
            <a:headEnd type="none" w="med" len="med"/>
            <a:tailEnd type="triangle" w="sm" len="sm"/>
          </a:ln>
        </p:spPr>
      </p:cxnSp>
      <p:cxnSp>
        <p:nvCxnSpPr>
          <p:cNvPr id="289" name=""/>
          <p:cNvCxnSpPr>
            <a:stCxn xmlns:a="http://schemas.openxmlformats.org/drawingml/2006/main" id="105" idx="2"/>
            <a:endCxn xmlns:a="http://schemas.openxmlformats.org/drawingml/2006/main" id="112" idx="0"/>
          </p:cNvCxnSpPr>
          <p:nvPr/>
        </p:nvCxnSpPr>
        <p:spPr>
          <a:xfrm xmlns:a="http://schemas.openxmlformats.org/drawingml/2006/main" rot="16200000" flipH="1">
            <a:off x="9606948" y="2062957"/>
            <a:ext cx="165448" cy="1599343"/>
          </a:xfrm>
          <a:prstGeom xmlns:a="http://schemas.openxmlformats.org/drawingml/2006/main" prst="curvedConnector3">
            <a:avLst>
              <a:gd name="adj1" fmla="val 50000"/>
            </a:avLst>
          </a:prstGeom>
          <a:ln xmlns:a="http://schemas.openxmlformats.org/drawingml/2006/main" w="16193">
            <a:solidFill>
              <a:srgbClr val="E2383F"/>
            </a:solidFill>
            <a:prstDash val="solid"/>
            <a:headEnd type="none" w="med" len="med"/>
            <a:tailEnd type="triangle" w="sm" len="sm"/>
          </a:ln>
        </p:spPr>
      </p:cxnSp>
      <p:sp>
        <p:nvSpPr>
          <p:cNvPr id="115" name="right-git-binding-label">
            <a:extLst xmlns:a="http://schemas.openxmlformats.org/drawingml/2006/main">
              <a:ext uri="{FF2B5EF4-FFF2-40B4-BE49-F238E27FC236}">
                <a16:creationId xmlns:a16="http://schemas.microsoft.com/office/drawing/2014/main" id="{3A2B1ECF-00EB-401D-85E3-D5C5B10E25F5}"/>
              </a:ext>
            </a:extLst>
          </p:cNvPr>
          <p:cNvSpPr>
            <a:spLocks xmlns:a="http://schemas.openxmlformats.org/drawingml/2006/main" noGrp="1"/>
          </p:cNvSpPr>
          <p:nvPr/>
        </p:nvSpPr>
        <p:spPr>
          <a:xfrm xmlns:a="http://schemas.openxmlformats.org/drawingml/2006/main">
            <a:off x="7529640" y="2786031"/>
            <a:ext cx="1164273" cy="11642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675" b="1">
                <a:solidFill>
                  <a:srgbClr val="E2383F"/>
                </a:solidFill>
                <a:latin typeface="Arial"/>
                <a:ea typeface="Arial"/>
                <a:cs typeface="Arial"/>
              </a:defRPr>
            </a:pPr>
            <a:r>
              <a:rPr>
                <a:latin typeface="Arial"/>
                <a:ea typeface="Arial"/>
                <a:cs typeface="Arial"/>
              </a:rPr>
              <a:t>Git state</a:t>
            </a:r>
          </a:p>
        </p:txBody>
      </p:sp>
      <p:sp>
        <p:nvSpPr>
          <p:cNvPr id="116" name="right-container-binding-label">
            <a:extLst xmlns:a="http://schemas.openxmlformats.org/drawingml/2006/main">
              <a:ext uri="{FF2B5EF4-FFF2-40B4-BE49-F238E27FC236}">
                <a16:creationId xmlns:a16="http://schemas.microsoft.com/office/drawing/2014/main" id="{86C784B5-C7C6-4AE4-8D74-15325A1935CD}"/>
              </a:ext>
            </a:extLst>
          </p:cNvPr>
          <p:cNvSpPr>
            <a:spLocks xmlns:a="http://schemas.openxmlformats.org/drawingml/2006/main" noGrp="1"/>
          </p:cNvSpPr>
          <p:nvPr/>
        </p:nvSpPr>
        <p:spPr>
          <a:xfrm xmlns:a="http://schemas.openxmlformats.org/drawingml/2006/main">
            <a:off x="9833674" y="2786031"/>
            <a:ext cx="857885" cy="11642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675" b="1">
                <a:solidFill>
                  <a:srgbClr val="E2383F"/>
                </a:solidFill>
                <a:latin typeface="Arial"/>
                <a:ea typeface="Arial"/>
                <a:cs typeface="Arial"/>
              </a:defRPr>
            </a:pPr>
            <a:r>
              <a:rPr>
                <a:latin typeface="Arial"/>
                <a:ea typeface="Arial"/>
                <a:cs typeface="Arial"/>
              </a:rPr>
              <a:t>Dagger state</a:t>
            </a:r>
          </a:p>
        </p:txBody>
      </p:sp>
      <p:sp>
        <p:nvSpPr>
          <p:cNvPr id="117" name="right-git-plane-title">
            <a:extLst xmlns:a="http://schemas.openxmlformats.org/drawingml/2006/main">
              <a:ext uri="{FF2B5EF4-FFF2-40B4-BE49-F238E27FC236}">
                <a16:creationId xmlns:a16="http://schemas.microsoft.com/office/drawing/2014/main" id="{90F6E2F0-2485-44AE-AC7B-5689FA08FE50}"/>
              </a:ext>
            </a:extLst>
          </p:cNvPr>
          <p:cNvSpPr>
            <a:spLocks xmlns:a="http://schemas.openxmlformats.org/drawingml/2006/main" noGrp="1"/>
          </p:cNvSpPr>
          <p:nvPr/>
        </p:nvSpPr>
        <p:spPr>
          <a:xfrm xmlns:a="http://schemas.openxmlformats.org/drawingml/2006/main">
            <a:off x="6892354" y="2975991"/>
            <a:ext cx="1225550" cy="1348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516" b="1">
                <a:solidFill>
                  <a:srgbClr val="888888"/>
                </a:solidFill>
                <a:latin typeface="Arial"/>
                <a:ea typeface="Arial"/>
                <a:cs typeface="Arial"/>
              </a:defRPr>
            </a:pPr>
            <a:r>
              <a:rPr>
                <a:latin typeface="Arial"/>
                <a:ea typeface="Arial"/>
                <a:cs typeface="Arial"/>
              </a:rPr>
              <a:t>GIT STATE PLANE</a:t>
            </a:r>
          </a:p>
        </p:txBody>
      </p:sp>
      <p:sp>
        <p:nvSpPr>
          <p:cNvPr id="118" name="right-local-bare-repo-box">
            <a:extLst xmlns:a="http://schemas.openxmlformats.org/drawingml/2006/main">
              <a:ext uri="{FF2B5EF4-FFF2-40B4-BE49-F238E27FC236}">
                <a16:creationId xmlns:a16="http://schemas.microsoft.com/office/drawing/2014/main" id="{91490077-9080-4A82-A7B7-D770B268781F}"/>
              </a:ext>
            </a:extLst>
          </p:cNvPr>
          <p:cNvSpPr>
            <a:spLocks xmlns:a="http://schemas.openxmlformats.org/drawingml/2006/main" noGrp="1"/>
          </p:cNvSpPr>
          <p:nvPr/>
        </p:nvSpPr>
        <p:spPr>
          <a:xfrm xmlns:a="http://schemas.openxmlformats.org/drawingml/2006/main">
            <a:off x="6880098" y="3159824"/>
            <a:ext cx="2016030" cy="189960"/>
          </a:xfrm>
          <a:prstGeom xmlns:a="http://schemas.openxmlformats.org/drawingml/2006/main" prst="roundRect">
            <a:avLst>
              <a:gd name="adj" fmla="val 30085"/>
            </a:avLst>
          </a:prstGeom>
          <a:solidFill xmlns:a="http://schemas.openxmlformats.org/drawingml/2006/main">
            <a:srgbClr val="F4F4F4"/>
          </a:solidFill>
          <a:ln xmlns:a="http://schemas.openxmlformats.org/drawingml/2006/main" w="0">
            <a:solidFill>
              <a:srgbClr val="F4F4F4"/>
            </a:solidFill>
            <a:prstDash val="solid"/>
          </a:ln>
        </p:spPr>
      </p:sp>
      <p:sp>
        <p:nvSpPr>
          <p:cNvPr id="119" name="right-local-bare-repo-text">
            <a:extLst xmlns:a="http://schemas.openxmlformats.org/drawingml/2006/main">
              <a:ext uri="{FF2B5EF4-FFF2-40B4-BE49-F238E27FC236}">
                <a16:creationId xmlns:a16="http://schemas.microsoft.com/office/drawing/2014/main" id="{B762D0CB-D358-4078-963C-18D4CADFE026}"/>
              </a:ext>
            </a:extLst>
          </p:cNvPr>
          <p:cNvSpPr>
            <a:spLocks xmlns:a="http://schemas.openxmlformats.org/drawingml/2006/main" noGrp="1"/>
          </p:cNvSpPr>
          <p:nvPr/>
        </p:nvSpPr>
        <p:spPr>
          <a:xfrm xmlns:a="http://schemas.openxmlformats.org/drawingml/2006/main">
            <a:off x="6978142" y="3178874"/>
            <a:ext cx="1819942" cy="1518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675" b="1">
                <a:solidFill>
                  <a:srgbClr val="202020"/>
                </a:solidFill>
                <a:latin typeface="Arial"/>
                <a:ea typeface="Arial"/>
                <a:cs typeface="Arial"/>
              </a:defRPr>
            </a:pPr>
            <a:r>
              <a:rPr>
                <a:latin typeface="Arial"/>
                <a:ea typeface="Arial"/>
                <a:cs typeface="Arial"/>
              </a:rPr>
              <a:t>local bare repo · container-use remote</a:t>
            </a:r>
          </a:p>
        </p:txBody>
      </p:sp>
      <p:sp>
        <p:nvSpPr>
          <p:cNvPr id="120" name="right-git-item-1">
            <a:extLst xmlns:a="http://schemas.openxmlformats.org/drawingml/2006/main">
              <a:ext uri="{FF2B5EF4-FFF2-40B4-BE49-F238E27FC236}">
                <a16:creationId xmlns:a16="http://schemas.microsoft.com/office/drawing/2014/main" id="{2EF22A1A-125E-47A7-A5B9-111948F43C70}"/>
              </a:ext>
            </a:extLst>
          </p:cNvPr>
          <p:cNvSpPr>
            <a:spLocks xmlns:a="http://schemas.openxmlformats.org/drawingml/2006/main" noGrp="1"/>
          </p:cNvSpPr>
          <p:nvPr/>
        </p:nvSpPr>
        <p:spPr>
          <a:xfrm xmlns:a="http://schemas.openxmlformats.org/drawingml/2006/main">
            <a:off x="6880098" y="3404934"/>
            <a:ext cx="618903" cy="330899"/>
          </a:xfrm>
          <a:prstGeom xmlns:a="http://schemas.openxmlformats.org/drawingml/2006/main" prst="roundRect">
            <a:avLst>
              <a:gd name="adj" fmla="val 17271"/>
            </a:avLst>
          </a:prstGeom>
          <a:solidFill xmlns:a="http://schemas.openxmlformats.org/drawingml/2006/main">
            <a:srgbClr val="FFFFFF"/>
          </a:solidFill>
          <a:ln xmlns:a="http://schemas.openxmlformats.org/drawingml/2006/main" w="8573">
            <a:solidFill>
              <a:srgbClr val="888888"/>
            </a:solidFill>
            <a:prstDash val="solid"/>
          </a:ln>
        </p:spPr>
      </p:sp>
      <p:sp>
        <p:nvSpPr>
          <p:cNvPr id="121" name="right-git-item-1-title">
            <a:extLst xmlns:a="http://schemas.openxmlformats.org/drawingml/2006/main">
              <a:ext uri="{FF2B5EF4-FFF2-40B4-BE49-F238E27FC236}">
                <a16:creationId xmlns:a16="http://schemas.microsoft.com/office/drawing/2014/main" id="{B5EF3C47-E30D-45C2-8519-DD1474FD5503}"/>
              </a:ext>
            </a:extLst>
          </p:cNvPr>
          <p:cNvSpPr>
            <a:spLocks xmlns:a="http://schemas.openxmlformats.org/drawingml/2006/main" noGrp="1"/>
          </p:cNvSpPr>
          <p:nvPr/>
        </p:nvSpPr>
        <p:spPr>
          <a:xfrm xmlns:a="http://schemas.openxmlformats.org/drawingml/2006/main">
            <a:off x="6910737" y="3447828"/>
            <a:ext cx="557625" cy="1225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675" b="1">
                <a:solidFill>
                  <a:srgbClr val="202020"/>
                </a:solidFill>
                <a:latin typeface="Arial"/>
                <a:ea typeface="Arial"/>
                <a:cs typeface="Arial"/>
              </a:defRPr>
            </a:pPr>
            <a:r>
              <a:rPr>
                <a:latin typeface="Arial"/>
                <a:ea typeface="Arial"/>
                <a:cs typeface="Arial"/>
              </a:rPr>
              <a:t>env branch</a:t>
            </a:r>
          </a:p>
        </p:txBody>
      </p:sp>
      <p:sp>
        <p:nvSpPr>
          <p:cNvPr id="122" name="right-git-item-1-sub">
            <a:extLst xmlns:a="http://schemas.openxmlformats.org/drawingml/2006/main">
              <a:ext uri="{FF2B5EF4-FFF2-40B4-BE49-F238E27FC236}">
                <a16:creationId xmlns:a16="http://schemas.microsoft.com/office/drawing/2014/main" id="{7847EA79-5FA5-491E-8841-C187050E4599}"/>
              </a:ext>
            </a:extLst>
          </p:cNvPr>
          <p:cNvSpPr>
            <a:spLocks xmlns:a="http://schemas.openxmlformats.org/drawingml/2006/main" noGrp="1"/>
          </p:cNvSpPr>
          <p:nvPr/>
        </p:nvSpPr>
        <p:spPr>
          <a:xfrm xmlns:a="http://schemas.openxmlformats.org/drawingml/2006/main">
            <a:off x="6898481" y="3582638"/>
            <a:ext cx="582136" cy="11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425" b="0">
                <a:solidFill>
                  <a:srgbClr val="202020"/>
                </a:solidFill>
                <a:latin typeface="Arial"/>
                <a:ea typeface="Arial"/>
                <a:cs typeface="Arial"/>
              </a:defRPr>
            </a:pPr>
            <a:r>
              <a:rPr>
                <a:latin typeface="Arial"/>
                <a:ea typeface="Arial"/>
                <a:cs typeface="Arial"/>
              </a:rPr>
              <a:t>container-use/env-42</a:t>
            </a:r>
          </a:p>
        </p:txBody>
      </p:sp>
      <p:sp>
        <p:nvSpPr>
          <p:cNvPr id="123" name="right-git-item-2">
            <a:extLst xmlns:a="http://schemas.openxmlformats.org/drawingml/2006/main">
              <a:ext uri="{FF2B5EF4-FFF2-40B4-BE49-F238E27FC236}">
                <a16:creationId xmlns:a16="http://schemas.microsoft.com/office/drawing/2014/main" id="{4BA5843A-62A5-49D5-876B-47A1F2F9D2DA}"/>
              </a:ext>
            </a:extLst>
          </p:cNvPr>
          <p:cNvSpPr>
            <a:spLocks xmlns:a="http://schemas.openxmlformats.org/drawingml/2006/main" noGrp="1"/>
          </p:cNvSpPr>
          <p:nvPr/>
        </p:nvSpPr>
        <p:spPr>
          <a:xfrm xmlns:a="http://schemas.openxmlformats.org/drawingml/2006/main">
            <a:off x="7560278" y="3404934"/>
            <a:ext cx="618903" cy="330899"/>
          </a:xfrm>
          <a:prstGeom xmlns:a="http://schemas.openxmlformats.org/drawingml/2006/main" prst="roundRect">
            <a:avLst>
              <a:gd name="adj" fmla="val 17271"/>
            </a:avLst>
          </a:prstGeom>
          <a:solidFill xmlns:a="http://schemas.openxmlformats.org/drawingml/2006/main">
            <a:srgbClr val="FFFFFF"/>
          </a:solidFill>
          <a:ln xmlns:a="http://schemas.openxmlformats.org/drawingml/2006/main" w="8573">
            <a:solidFill>
              <a:srgbClr val="888888"/>
            </a:solidFill>
            <a:prstDash val="solid"/>
          </a:ln>
        </p:spPr>
      </p:sp>
      <p:sp>
        <p:nvSpPr>
          <p:cNvPr id="124" name="right-git-item-2-title">
            <a:extLst xmlns:a="http://schemas.openxmlformats.org/drawingml/2006/main">
              <a:ext uri="{FF2B5EF4-FFF2-40B4-BE49-F238E27FC236}">
                <a16:creationId xmlns:a16="http://schemas.microsoft.com/office/drawing/2014/main" id="{5A9E5BB5-758A-4FB4-A207-2BB5DB6A51D9}"/>
              </a:ext>
            </a:extLst>
          </p:cNvPr>
          <p:cNvSpPr>
            <a:spLocks xmlns:a="http://schemas.openxmlformats.org/drawingml/2006/main" noGrp="1"/>
          </p:cNvSpPr>
          <p:nvPr/>
        </p:nvSpPr>
        <p:spPr>
          <a:xfrm xmlns:a="http://schemas.openxmlformats.org/drawingml/2006/main">
            <a:off x="7590917" y="3447828"/>
            <a:ext cx="557625" cy="1225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675" b="1">
                <a:solidFill>
                  <a:srgbClr val="202020"/>
                </a:solidFill>
                <a:latin typeface="Arial"/>
                <a:ea typeface="Arial"/>
                <a:cs typeface="Arial"/>
              </a:defRPr>
            </a:pPr>
            <a:r>
              <a:rPr>
                <a:latin typeface="Arial"/>
                <a:ea typeface="Arial"/>
                <a:cs typeface="Arial"/>
              </a:rPr>
              <a:t>worktree</a:t>
            </a:r>
          </a:p>
        </p:txBody>
      </p:sp>
      <p:sp>
        <p:nvSpPr>
          <p:cNvPr id="125" name="right-git-item-2-sub">
            <a:extLst xmlns:a="http://schemas.openxmlformats.org/drawingml/2006/main">
              <a:ext uri="{FF2B5EF4-FFF2-40B4-BE49-F238E27FC236}">
                <a16:creationId xmlns:a16="http://schemas.microsoft.com/office/drawing/2014/main" id="{62540978-4002-485C-B7AC-9A367B7D49E8}"/>
              </a:ext>
            </a:extLst>
          </p:cNvPr>
          <p:cNvSpPr>
            <a:spLocks xmlns:a="http://schemas.openxmlformats.org/drawingml/2006/main" noGrp="1"/>
          </p:cNvSpPr>
          <p:nvPr/>
        </p:nvSpPr>
        <p:spPr>
          <a:xfrm xmlns:a="http://schemas.openxmlformats.org/drawingml/2006/main">
            <a:off x="7578662" y="3582638"/>
            <a:ext cx="582136" cy="11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425" b="0">
                <a:solidFill>
                  <a:srgbClr val="202020"/>
                </a:solidFill>
                <a:latin typeface="Arial"/>
                <a:ea typeface="Arial"/>
                <a:cs typeface="Arial"/>
              </a:defRPr>
            </a:pPr>
            <a:r>
              <a:rPr>
                <a:latin typeface="Arial"/>
                <a:ea typeface="Arial"/>
                <a:cs typeface="Arial"/>
              </a:rPr>
              <a:t>source changes</a:t>
            </a:r>
          </a:p>
        </p:txBody>
      </p:sp>
      <p:sp>
        <p:nvSpPr>
          <p:cNvPr id="126" name="right-git-item-3">
            <a:extLst xmlns:a="http://schemas.openxmlformats.org/drawingml/2006/main">
              <a:ext uri="{FF2B5EF4-FFF2-40B4-BE49-F238E27FC236}">
                <a16:creationId xmlns:a16="http://schemas.microsoft.com/office/drawing/2014/main" id="{64C5A87A-D31F-46BA-A139-F87DD9A68252}"/>
              </a:ext>
            </a:extLst>
          </p:cNvPr>
          <p:cNvSpPr>
            <a:spLocks xmlns:a="http://schemas.openxmlformats.org/drawingml/2006/main" noGrp="1"/>
          </p:cNvSpPr>
          <p:nvPr/>
        </p:nvSpPr>
        <p:spPr>
          <a:xfrm xmlns:a="http://schemas.openxmlformats.org/drawingml/2006/main">
            <a:off x="8240459" y="3404934"/>
            <a:ext cx="655669" cy="330899"/>
          </a:xfrm>
          <a:prstGeom xmlns:a="http://schemas.openxmlformats.org/drawingml/2006/main" prst="roundRect">
            <a:avLst>
              <a:gd name="adj" fmla="val 17271"/>
            </a:avLst>
          </a:prstGeom>
          <a:solidFill xmlns:a="http://schemas.openxmlformats.org/drawingml/2006/main">
            <a:srgbClr val="FFFFFF"/>
          </a:solidFill>
          <a:ln xmlns:a="http://schemas.openxmlformats.org/drawingml/2006/main" w="8573">
            <a:solidFill>
              <a:srgbClr val="888888"/>
            </a:solidFill>
            <a:prstDash val="solid"/>
          </a:ln>
        </p:spPr>
      </p:sp>
      <p:sp>
        <p:nvSpPr>
          <p:cNvPr id="127" name="right-git-item-3-title">
            <a:extLst xmlns:a="http://schemas.openxmlformats.org/drawingml/2006/main">
              <a:ext uri="{FF2B5EF4-FFF2-40B4-BE49-F238E27FC236}">
                <a16:creationId xmlns:a16="http://schemas.microsoft.com/office/drawing/2014/main" id="{6825BC5F-3ED3-42DE-A217-92E37A23D092}"/>
              </a:ext>
            </a:extLst>
          </p:cNvPr>
          <p:cNvSpPr>
            <a:spLocks xmlns:a="http://schemas.openxmlformats.org/drawingml/2006/main" noGrp="1"/>
          </p:cNvSpPr>
          <p:nvPr/>
        </p:nvSpPr>
        <p:spPr>
          <a:xfrm xmlns:a="http://schemas.openxmlformats.org/drawingml/2006/main">
            <a:off x="8271097" y="3447828"/>
            <a:ext cx="594392" cy="1225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675" b="1">
                <a:solidFill>
                  <a:srgbClr val="202020"/>
                </a:solidFill>
                <a:latin typeface="Arial"/>
                <a:ea typeface="Arial"/>
                <a:cs typeface="Arial"/>
              </a:defRPr>
            </a:pPr>
            <a:r>
              <a:rPr>
                <a:latin typeface="Arial"/>
                <a:ea typeface="Arial"/>
                <a:cs typeface="Arial"/>
              </a:rPr>
              <a:t>Git notes</a:t>
            </a:r>
          </a:p>
        </p:txBody>
      </p:sp>
      <p:sp>
        <p:nvSpPr>
          <p:cNvPr id="128" name="right-git-item-3-sub">
            <a:extLst xmlns:a="http://schemas.openxmlformats.org/drawingml/2006/main">
              <a:ext uri="{FF2B5EF4-FFF2-40B4-BE49-F238E27FC236}">
                <a16:creationId xmlns:a16="http://schemas.microsoft.com/office/drawing/2014/main" id="{9B87525D-EB85-4DBE-8DD8-23DF11D924B7}"/>
              </a:ext>
            </a:extLst>
          </p:cNvPr>
          <p:cNvSpPr>
            <a:spLocks xmlns:a="http://schemas.openxmlformats.org/drawingml/2006/main" noGrp="1"/>
          </p:cNvSpPr>
          <p:nvPr/>
        </p:nvSpPr>
        <p:spPr>
          <a:xfrm xmlns:a="http://schemas.openxmlformats.org/drawingml/2006/main">
            <a:off x="8258842" y="3582638"/>
            <a:ext cx="618903" cy="11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396" b="0">
                <a:solidFill>
                  <a:srgbClr val="202020"/>
                </a:solidFill>
                <a:latin typeface="Arial"/>
                <a:ea typeface="Arial"/>
                <a:cs typeface="Arial"/>
              </a:defRPr>
            </a:pPr>
            <a:r>
              <a:rPr>
                <a:latin typeface="Arial"/>
                <a:ea typeface="Arial"/>
                <a:cs typeface="Arial"/>
              </a:rPr>
              <a:t>history + state(ContainerID)</a:t>
            </a:r>
          </a:p>
        </p:txBody>
      </p:sp>
      <p:sp>
        <p:nvSpPr>
          <p:cNvPr id="129" name="right-dagger-plane-title">
            <a:extLst xmlns:a="http://schemas.openxmlformats.org/drawingml/2006/main">
              <a:ext uri="{FF2B5EF4-FFF2-40B4-BE49-F238E27FC236}">
                <a16:creationId xmlns:a16="http://schemas.microsoft.com/office/drawing/2014/main" id="{FA0AD999-F790-438D-AC54-50853EDD77A4}"/>
              </a:ext>
            </a:extLst>
          </p:cNvPr>
          <p:cNvSpPr>
            <a:spLocks xmlns:a="http://schemas.openxmlformats.org/drawingml/2006/main" noGrp="1"/>
          </p:cNvSpPr>
          <p:nvPr/>
        </p:nvSpPr>
        <p:spPr>
          <a:xfrm xmlns:a="http://schemas.openxmlformats.org/drawingml/2006/main">
            <a:off x="9508903" y="2975991"/>
            <a:ext cx="1593215" cy="1348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516" b="1">
                <a:solidFill>
                  <a:srgbClr val="888888"/>
                </a:solidFill>
                <a:latin typeface="Arial"/>
                <a:ea typeface="Arial"/>
                <a:cs typeface="Arial"/>
              </a:defRPr>
            </a:pPr>
            <a:r>
              <a:rPr>
                <a:latin typeface="Arial"/>
                <a:ea typeface="Arial"/>
                <a:cs typeface="Arial"/>
              </a:rPr>
              <a:t>DAGGER EXECUTION STATE PLANE</a:t>
            </a:r>
          </a:p>
        </p:txBody>
      </p:sp>
      <p:sp>
        <p:nvSpPr>
          <p:cNvPr id="130" name="right-dagger-client">
            <a:extLst xmlns:a="http://schemas.openxmlformats.org/drawingml/2006/main">
              <a:ext uri="{FF2B5EF4-FFF2-40B4-BE49-F238E27FC236}">
                <a16:creationId xmlns:a16="http://schemas.microsoft.com/office/drawing/2014/main" id="{3B8F3154-1445-48E2-9730-11966A096267}"/>
              </a:ext>
            </a:extLst>
          </p:cNvPr>
          <p:cNvSpPr>
            <a:spLocks xmlns:a="http://schemas.openxmlformats.org/drawingml/2006/main" noGrp="1"/>
          </p:cNvSpPr>
          <p:nvPr/>
        </p:nvSpPr>
        <p:spPr>
          <a:xfrm xmlns:a="http://schemas.openxmlformats.org/drawingml/2006/main">
            <a:off x="9459881" y="3159824"/>
            <a:ext cx="723074" cy="576009"/>
          </a:xfrm>
          <a:prstGeom xmlns:a="http://schemas.openxmlformats.org/drawingml/2006/main" prst="roundRect">
            <a:avLst>
              <a:gd name="adj" fmla="val 11575"/>
            </a:avLst>
          </a:prstGeom>
          <a:solidFill xmlns:a="http://schemas.openxmlformats.org/drawingml/2006/main">
            <a:srgbClr val="FFFFFF"/>
          </a:solidFill>
          <a:ln xmlns:a="http://schemas.openxmlformats.org/drawingml/2006/main" w="9525">
            <a:solidFill>
              <a:srgbClr val="888888"/>
            </a:solidFill>
            <a:prstDash val="solid"/>
          </a:ln>
        </p:spPr>
      </p:sp>
      <p:sp>
        <p:nvSpPr>
          <p:cNvPr id="131" name="right-dagger-client-title">
            <a:extLst xmlns:a="http://schemas.openxmlformats.org/drawingml/2006/main">
              <a:ext uri="{FF2B5EF4-FFF2-40B4-BE49-F238E27FC236}">
                <a16:creationId xmlns:a16="http://schemas.microsoft.com/office/drawing/2014/main" id="{1A7FEB66-8FF3-4C4A-892F-052C7B2B2ED8}"/>
              </a:ext>
            </a:extLst>
          </p:cNvPr>
          <p:cNvSpPr>
            <a:spLocks xmlns:a="http://schemas.openxmlformats.org/drawingml/2006/main" noGrp="1"/>
          </p:cNvSpPr>
          <p:nvPr/>
        </p:nvSpPr>
        <p:spPr>
          <a:xfrm xmlns:a="http://schemas.openxmlformats.org/drawingml/2006/main">
            <a:off x="9496647" y="3214973"/>
            <a:ext cx="649542" cy="20834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675" b="1">
                <a:solidFill>
                  <a:srgbClr val="202020"/>
                </a:solidFill>
                <a:latin typeface="Arial"/>
                <a:ea typeface="Arial"/>
                <a:cs typeface="Arial"/>
              </a:defRPr>
            </a:pPr>
            <a:r>
              <a:rPr>
                <a:latin typeface="Arial"/>
                <a:ea typeface="Arial"/>
                <a:cs typeface="Arial"/>
              </a:rPr>
              <a:t>dagger.</a:t>
            </a:r>
          </a:p>
          <a:p xmlns:a="http://schemas.openxmlformats.org/drawingml/2006/main">
            <a:pPr algn="ctr">
              <a:defRPr sz="675" b="1">
                <a:solidFill>
                  <a:srgbClr val="202020"/>
                </a:solidFill>
                <a:latin typeface="Arial"/>
                <a:ea typeface="Arial"/>
                <a:cs typeface="Arial"/>
              </a:defRPr>
            </a:pPr>
            <a:r>
              <a:rPr>
                <a:latin typeface="Arial"/>
                <a:ea typeface="Arial"/>
                <a:cs typeface="Arial"/>
              </a:rPr>
              <a:t>Client</a:t>
            </a:r>
          </a:p>
        </p:txBody>
      </p:sp>
      <p:sp>
        <p:nvSpPr>
          <p:cNvPr id="132" name="right-dagger-client-body">
            <a:extLst xmlns:a="http://schemas.openxmlformats.org/drawingml/2006/main">
              <a:ext uri="{FF2B5EF4-FFF2-40B4-BE49-F238E27FC236}">
                <a16:creationId xmlns:a16="http://schemas.microsoft.com/office/drawing/2014/main" id="{7CD5D34F-BDC4-4A5E-BC7B-E36C957260D1}"/>
              </a:ext>
            </a:extLst>
          </p:cNvPr>
          <p:cNvSpPr>
            <a:spLocks xmlns:a="http://schemas.openxmlformats.org/drawingml/2006/main" noGrp="1"/>
          </p:cNvSpPr>
          <p:nvPr/>
        </p:nvSpPr>
        <p:spPr>
          <a:xfrm xmlns:a="http://schemas.openxmlformats.org/drawingml/2006/main">
            <a:off x="9496647" y="3447828"/>
            <a:ext cx="649542" cy="20221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410" b="0">
                <a:solidFill>
                  <a:srgbClr val="202020"/>
                </a:solidFill>
                <a:latin typeface="Arial"/>
                <a:ea typeface="Arial"/>
                <a:cs typeface="Arial"/>
              </a:defRPr>
            </a:pPr>
            <a:r>
              <a:rPr>
                <a:latin typeface="Arial"/>
                <a:ea typeface="Arial"/>
                <a:cs typeface="Arial"/>
              </a:rPr>
              <a:t>load state</a:t>
            </a:r>
          </a:p>
          <a:p xmlns:a="http://schemas.openxmlformats.org/drawingml/2006/main">
            <a:pPr algn="ctr">
              <a:defRPr sz="410" b="0">
                <a:solidFill>
                  <a:srgbClr val="202020"/>
                </a:solidFill>
                <a:latin typeface="Arial"/>
                <a:ea typeface="Arial"/>
                <a:cs typeface="Arial"/>
              </a:defRPr>
            </a:pPr>
            <a:r>
              <a:rPr>
                <a:latin typeface="Arial"/>
                <a:ea typeface="Arial"/>
                <a:cs typeface="Arial"/>
              </a:rPr>
              <a:t>WithExec · Sync</a:t>
            </a:r>
          </a:p>
        </p:txBody>
      </p:sp>
      <p:sp>
        <p:nvSpPr>
          <p:cNvPr id="133" name="right-dagger-engine">
            <a:extLst xmlns:a="http://schemas.openxmlformats.org/drawingml/2006/main">
              <a:ext uri="{FF2B5EF4-FFF2-40B4-BE49-F238E27FC236}">
                <a16:creationId xmlns:a16="http://schemas.microsoft.com/office/drawing/2014/main" id="{A5B2CF94-FB10-4F3F-BEBC-ECCB7B69BADF}"/>
              </a:ext>
            </a:extLst>
          </p:cNvPr>
          <p:cNvSpPr>
            <a:spLocks xmlns:a="http://schemas.openxmlformats.org/drawingml/2006/main" noGrp="1"/>
          </p:cNvSpPr>
          <p:nvPr/>
        </p:nvSpPr>
        <p:spPr>
          <a:xfrm xmlns:a="http://schemas.openxmlformats.org/drawingml/2006/main">
            <a:off x="10268744" y="3159824"/>
            <a:ext cx="600520" cy="576009"/>
          </a:xfrm>
          <a:prstGeom xmlns:a="http://schemas.openxmlformats.org/drawingml/2006/main" prst="roundRect">
            <a:avLst>
              <a:gd name="adj" fmla="val 11575"/>
            </a:avLst>
          </a:prstGeom>
          <a:solidFill xmlns:a="http://schemas.openxmlformats.org/drawingml/2006/main">
            <a:srgbClr val="F4F4F4"/>
          </a:solidFill>
          <a:ln xmlns:a="http://schemas.openxmlformats.org/drawingml/2006/main" w="10478">
            <a:solidFill>
              <a:srgbClr val="202020"/>
            </a:solidFill>
            <a:prstDash val="solid"/>
          </a:ln>
        </p:spPr>
      </p:sp>
      <p:sp>
        <p:nvSpPr>
          <p:cNvPr id="134" name="right-dagger-engine-title">
            <a:extLst xmlns:a="http://schemas.openxmlformats.org/drawingml/2006/main">
              <a:ext uri="{FF2B5EF4-FFF2-40B4-BE49-F238E27FC236}">
                <a16:creationId xmlns:a16="http://schemas.microsoft.com/office/drawing/2014/main" id="{2217A339-63B7-4FDE-9662-F73C8E36D3C5}"/>
              </a:ext>
            </a:extLst>
          </p:cNvPr>
          <p:cNvSpPr>
            <a:spLocks xmlns:a="http://schemas.openxmlformats.org/drawingml/2006/main" noGrp="1"/>
          </p:cNvSpPr>
          <p:nvPr/>
        </p:nvSpPr>
        <p:spPr>
          <a:xfrm xmlns:a="http://schemas.openxmlformats.org/drawingml/2006/main">
            <a:off x="10299383" y="3239484"/>
            <a:ext cx="508603" cy="2573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675" b="1">
                <a:solidFill>
                  <a:srgbClr val="202020"/>
                </a:solidFill>
                <a:latin typeface="Arial"/>
                <a:ea typeface="Arial"/>
                <a:cs typeface="Arial"/>
              </a:defRPr>
            </a:pPr>
            <a:r>
              <a:rPr>
                <a:latin typeface="Arial"/>
                <a:ea typeface="Arial"/>
                <a:cs typeface="Arial"/>
              </a:rPr>
              <a:t>Dagger</a:t>
            </a:r>
          </a:p>
          <a:p xmlns:a="http://schemas.openxmlformats.org/drawingml/2006/main">
            <a:pPr algn="ctr">
              <a:defRPr sz="675" b="1">
                <a:solidFill>
                  <a:srgbClr val="202020"/>
                </a:solidFill>
                <a:latin typeface="Arial"/>
                <a:ea typeface="Arial"/>
                <a:cs typeface="Arial"/>
              </a:defRPr>
            </a:pPr>
            <a:r>
              <a:rPr>
                <a:latin typeface="Arial"/>
                <a:ea typeface="Arial"/>
                <a:cs typeface="Arial"/>
              </a:rPr>
              <a:t>Engine</a:t>
            </a:r>
          </a:p>
        </p:txBody>
      </p:sp>
      <p:sp>
        <p:nvSpPr>
          <p:cNvPr id="135" name="right-dagger-engine-body">
            <a:extLst xmlns:a="http://schemas.openxmlformats.org/drawingml/2006/main">
              <a:ext uri="{FF2B5EF4-FFF2-40B4-BE49-F238E27FC236}">
                <a16:creationId xmlns:a16="http://schemas.microsoft.com/office/drawing/2014/main" id="{7F5B0750-CBD3-42A5-8C33-BC449E75E57D}"/>
              </a:ext>
            </a:extLst>
          </p:cNvPr>
          <p:cNvSpPr>
            <a:spLocks xmlns:a="http://schemas.openxmlformats.org/drawingml/2006/main" noGrp="1"/>
          </p:cNvSpPr>
          <p:nvPr/>
        </p:nvSpPr>
        <p:spPr>
          <a:xfrm xmlns:a="http://schemas.openxmlformats.org/drawingml/2006/main">
            <a:off x="10287127" y="3527488"/>
            <a:ext cx="533114" cy="1225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410" b="0">
                <a:solidFill>
                  <a:srgbClr val="202020"/>
                </a:solidFill>
                <a:latin typeface="Arial"/>
                <a:ea typeface="Arial"/>
                <a:cs typeface="Arial"/>
              </a:defRPr>
            </a:pPr>
            <a:r>
              <a:rPr>
                <a:latin typeface="Arial"/>
                <a:ea typeface="Arial"/>
                <a:cs typeface="Arial"/>
              </a:rPr>
              <a:t>executes container</a:t>
            </a:r>
          </a:p>
        </p:txBody>
      </p:sp>
      <p:sp>
        <p:nvSpPr>
          <p:cNvPr id="136" name="right-container-id">
            <a:extLst xmlns:a="http://schemas.openxmlformats.org/drawingml/2006/main">
              <a:ext uri="{FF2B5EF4-FFF2-40B4-BE49-F238E27FC236}">
                <a16:creationId xmlns:a16="http://schemas.microsoft.com/office/drawing/2014/main" id="{D2FCE79D-9988-4640-872C-36056C1CFA5E}"/>
              </a:ext>
            </a:extLst>
          </p:cNvPr>
          <p:cNvSpPr>
            <a:spLocks xmlns:a="http://schemas.openxmlformats.org/drawingml/2006/main" noGrp="1"/>
          </p:cNvSpPr>
          <p:nvPr/>
        </p:nvSpPr>
        <p:spPr>
          <a:xfrm xmlns:a="http://schemas.openxmlformats.org/drawingml/2006/main">
            <a:off x="10948924" y="3159824"/>
            <a:ext cx="612775" cy="576009"/>
          </a:xfrm>
          <a:prstGeom xmlns:a="http://schemas.openxmlformats.org/drawingml/2006/main" prst="roundRect">
            <a:avLst>
              <a:gd name="adj" fmla="val 11575"/>
            </a:avLst>
          </a:prstGeom>
          <a:solidFill xmlns:a="http://schemas.openxmlformats.org/drawingml/2006/main">
            <a:srgbClr val="FFFFFF"/>
          </a:solidFill>
          <a:ln xmlns:a="http://schemas.openxmlformats.org/drawingml/2006/main" w="9525">
            <a:solidFill>
              <a:srgbClr val="202020"/>
            </a:solidFill>
            <a:prstDash val="solid"/>
          </a:ln>
        </p:spPr>
      </p:sp>
      <p:sp>
        <p:nvSpPr>
          <p:cNvPr id="137" name="right-container-id-title">
            <a:extLst xmlns:a="http://schemas.openxmlformats.org/drawingml/2006/main">
              <a:ext uri="{FF2B5EF4-FFF2-40B4-BE49-F238E27FC236}">
                <a16:creationId xmlns:a16="http://schemas.microsoft.com/office/drawing/2014/main" id="{9A9AAA58-BA21-4AE4-A625-FE76B72929A7}"/>
              </a:ext>
            </a:extLst>
          </p:cNvPr>
          <p:cNvSpPr>
            <a:spLocks xmlns:a="http://schemas.openxmlformats.org/drawingml/2006/main" noGrp="1"/>
          </p:cNvSpPr>
          <p:nvPr/>
        </p:nvSpPr>
        <p:spPr>
          <a:xfrm xmlns:a="http://schemas.openxmlformats.org/drawingml/2006/main">
            <a:off x="10979563" y="3214973"/>
            <a:ext cx="551498" cy="20834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675" b="1">
                <a:solidFill>
                  <a:srgbClr val="202020"/>
                </a:solidFill>
                <a:latin typeface="Arial"/>
                <a:ea typeface="Arial"/>
                <a:cs typeface="Arial"/>
              </a:defRPr>
            </a:pPr>
            <a:r>
              <a:rPr>
                <a:latin typeface="Arial"/>
                <a:ea typeface="Arial"/>
                <a:cs typeface="Arial"/>
              </a:rPr>
              <a:t>Container</a:t>
            </a:r>
          </a:p>
          <a:p xmlns:a="http://schemas.openxmlformats.org/drawingml/2006/main">
            <a:pPr algn="ctr">
              <a:defRPr sz="675" b="1">
                <a:solidFill>
                  <a:srgbClr val="202020"/>
                </a:solidFill>
                <a:latin typeface="Arial"/>
                <a:ea typeface="Arial"/>
                <a:cs typeface="Arial"/>
              </a:defRPr>
            </a:pPr>
            <a:r>
              <a:rPr>
                <a:latin typeface="Arial"/>
                <a:ea typeface="Arial"/>
                <a:cs typeface="Arial"/>
              </a:rPr>
              <a:t>ID</a:t>
            </a:r>
          </a:p>
        </p:txBody>
      </p:sp>
      <p:sp>
        <p:nvSpPr>
          <p:cNvPr id="138" name="right-container-id-body">
            <a:extLst xmlns:a="http://schemas.openxmlformats.org/drawingml/2006/main">
              <a:ext uri="{FF2B5EF4-FFF2-40B4-BE49-F238E27FC236}">
                <a16:creationId xmlns:a16="http://schemas.microsoft.com/office/drawing/2014/main" id="{FE68D3DA-3EC7-4A9F-8B04-D14F3EF33E86}"/>
              </a:ext>
            </a:extLst>
          </p:cNvPr>
          <p:cNvSpPr>
            <a:spLocks xmlns:a="http://schemas.openxmlformats.org/drawingml/2006/main" noGrp="1"/>
          </p:cNvSpPr>
          <p:nvPr/>
        </p:nvSpPr>
        <p:spPr>
          <a:xfrm xmlns:a="http://schemas.openxmlformats.org/drawingml/2006/main">
            <a:off x="10979563" y="3447828"/>
            <a:ext cx="551498" cy="20221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400" b="0">
                <a:solidFill>
                  <a:srgbClr val="202020"/>
                </a:solidFill>
                <a:latin typeface="Arial"/>
                <a:ea typeface="Arial"/>
                <a:cs typeface="Arial"/>
              </a:defRPr>
            </a:pPr>
            <a:r>
              <a:rPr>
                <a:latin typeface="Arial"/>
                <a:ea typeface="Arial"/>
                <a:cs typeface="Arial"/>
              </a:rPr>
              <a:t>loaded from notes</a:t>
            </a:r>
          </a:p>
          <a:p xmlns:a="http://schemas.openxmlformats.org/drawingml/2006/main">
            <a:pPr algn="ctr">
              <a:defRPr sz="400" b="0">
                <a:solidFill>
                  <a:srgbClr val="202020"/>
                </a:solidFill>
                <a:latin typeface="Arial"/>
                <a:ea typeface="Arial"/>
                <a:cs typeface="Arial"/>
              </a:defRPr>
            </a:pPr>
            <a:r>
              <a:rPr>
                <a:latin typeface="Arial"/>
                <a:ea typeface="Arial"/>
                <a:cs typeface="Arial"/>
              </a:rPr>
              <a:t>filesystem state ref</a:t>
            </a:r>
          </a:p>
        </p:txBody>
      </p:sp>
      <p:cxnSp>
        <p:nvCxnSpPr>
          <p:cNvPr id="314" name=""/>
          <p:cNvCxnSpPr>
            <a:stCxn xmlns:a="http://schemas.openxmlformats.org/drawingml/2006/main" id="130" idx="3"/>
            <a:endCxn xmlns:a="http://schemas.openxmlformats.org/drawingml/2006/main" id="133" idx="1"/>
          </p:cNvCxnSpPr>
          <p:nvPr/>
        </p:nvCxnSpPr>
        <p:spPr>
          <a:xfrm xmlns:a="http://schemas.openxmlformats.org/drawingml/2006/main">
            <a:off x="10182955" y="3447829"/>
            <a:ext cx="85789" cy="0"/>
          </a:xfrm>
          <a:prstGeom xmlns:a="http://schemas.openxmlformats.org/drawingml/2006/main" prst="straightConnector1">
            <a:avLst/>
          </a:prstGeom>
          <a:ln xmlns:a="http://schemas.openxmlformats.org/drawingml/2006/main" w="11430">
            <a:solidFill>
              <a:srgbClr val="202020"/>
            </a:solidFill>
            <a:prstDash val="solid"/>
            <a:headEnd type="none" w="med" len="med"/>
            <a:tailEnd type="triangle" w="sm" len="sm"/>
          </a:ln>
        </p:spPr>
      </p:cxnSp>
      <p:cxnSp>
        <p:nvCxnSpPr>
          <p:cNvPr id="315" name=""/>
          <p:cNvCxnSpPr>
            <a:stCxn xmlns:a="http://schemas.openxmlformats.org/drawingml/2006/main" id="133" idx="3"/>
            <a:endCxn xmlns:a="http://schemas.openxmlformats.org/drawingml/2006/main" id="136" idx="1"/>
          </p:cNvCxnSpPr>
          <p:nvPr/>
        </p:nvCxnSpPr>
        <p:spPr>
          <a:xfrm xmlns:a="http://schemas.openxmlformats.org/drawingml/2006/main">
            <a:off x="10869264" y="3447829"/>
            <a:ext cx="79660" cy="0"/>
          </a:xfrm>
          <a:prstGeom xmlns:a="http://schemas.openxmlformats.org/drawingml/2006/main" prst="straightConnector1">
            <a:avLst/>
          </a:prstGeom>
          <a:ln xmlns:a="http://schemas.openxmlformats.org/drawingml/2006/main" w="11430">
            <a:solidFill>
              <a:srgbClr val="202020"/>
            </a:solidFill>
            <a:prstDash val="solid"/>
            <a:headEnd type="none" w="med" len="med"/>
            <a:tailEnd type="triangle" w="sm" len="sm"/>
          </a:ln>
        </p:spPr>
      </p:cxnSp>
      <p:cxnSp>
        <p:nvCxnSpPr>
          <p:cNvPr id="316" name=""/>
          <p:cNvCxnSpPr>
            <a:stCxn xmlns:a="http://schemas.openxmlformats.org/drawingml/2006/main" id="111" idx="3"/>
            <a:endCxn xmlns:a="http://schemas.openxmlformats.org/drawingml/2006/main" id="112" idx="1"/>
          </p:cNvCxnSpPr>
          <p:nvPr/>
        </p:nvCxnSpPr>
        <p:spPr>
          <a:xfrm xmlns:a="http://schemas.openxmlformats.org/drawingml/2006/main">
            <a:off x="9006428" y="3404934"/>
            <a:ext cx="379920" cy="0"/>
          </a:xfrm>
          <a:prstGeom xmlns:a="http://schemas.openxmlformats.org/drawingml/2006/main" prst="straightConnector1">
            <a:avLst/>
          </a:prstGeom>
          <a:ln xmlns:a="http://schemas.openxmlformats.org/drawingml/2006/main" w="9525">
            <a:solidFill>
              <a:srgbClr val="888888"/>
            </a:solidFill>
            <a:prstDash val="dash"/>
            <a:headEnd type="triangle" w="sm" len="sm"/>
            <a:tailEnd type="triangle" w="sm" len="sm"/>
          </a:ln>
        </p:spPr>
      </p:cxnSp>
      <p:sp>
        <p:nvSpPr>
          <p:cNvPr id="142" name="right-source-label">
            <a:extLst xmlns:a="http://schemas.openxmlformats.org/drawingml/2006/main">
              <a:ext uri="{FF2B5EF4-FFF2-40B4-BE49-F238E27FC236}">
                <a16:creationId xmlns:a16="http://schemas.microsoft.com/office/drawing/2014/main" id="{F51EDF3B-472F-400E-BCD7-CB24A9C64D4D}"/>
              </a:ext>
            </a:extLst>
          </p:cNvPr>
          <p:cNvSpPr>
            <a:spLocks xmlns:a="http://schemas.openxmlformats.org/drawingml/2006/main" noGrp="1"/>
          </p:cNvSpPr>
          <p:nvPr/>
        </p:nvSpPr>
        <p:spPr>
          <a:xfrm xmlns:a="http://schemas.openxmlformats.org/drawingml/2006/main">
            <a:off x="8939022" y="3227229"/>
            <a:ext cx="514731" cy="11642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396" b="1">
                <a:solidFill>
                  <a:srgbClr val="888888"/>
                </a:solidFill>
                <a:latin typeface="Arial"/>
                <a:ea typeface="Arial"/>
                <a:cs typeface="Arial"/>
              </a:defRPr>
            </a:pPr>
            <a:r>
              <a:rPr>
                <a:latin typeface="Arial"/>
                <a:ea typeface="Arial"/>
                <a:cs typeface="Arial"/>
              </a:rPr>
              <a:t>SOURCE</a:t>
            </a:r>
          </a:p>
        </p:txBody>
      </p:sp>
      <p:sp>
        <p:nvSpPr>
          <p:cNvPr id="143" name="right-export-label">
            <a:extLst xmlns:a="http://schemas.openxmlformats.org/drawingml/2006/main">
              <a:ext uri="{FF2B5EF4-FFF2-40B4-BE49-F238E27FC236}">
                <a16:creationId xmlns:a16="http://schemas.microsoft.com/office/drawing/2014/main" id="{5B258FF6-B67A-4EE1-9B94-B17257A83E79}"/>
              </a:ext>
            </a:extLst>
          </p:cNvPr>
          <p:cNvSpPr>
            <a:spLocks xmlns:a="http://schemas.openxmlformats.org/drawingml/2006/main" noGrp="1"/>
          </p:cNvSpPr>
          <p:nvPr/>
        </p:nvSpPr>
        <p:spPr>
          <a:xfrm xmlns:a="http://schemas.openxmlformats.org/drawingml/2006/main">
            <a:off x="8902256" y="3570383"/>
            <a:ext cx="563753" cy="11642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376" b="1">
                <a:solidFill>
                  <a:srgbClr val="888888"/>
                </a:solidFill>
                <a:latin typeface="Arial"/>
                <a:ea typeface="Arial"/>
                <a:cs typeface="Arial"/>
              </a:defRPr>
            </a:pPr>
            <a:r>
              <a:rPr>
                <a:latin typeface="Arial"/>
                <a:ea typeface="Arial"/>
                <a:cs typeface="Arial"/>
              </a:rPr>
              <a:t>EXPORT / COMMIT</a:t>
            </a:r>
          </a:p>
        </p:txBody>
      </p:sp>
      <p:sp>
        <p:nvSpPr>
          <p:cNvPr id="144" name="right-lifecycle-box">
            <a:extLst xmlns:a="http://schemas.openxmlformats.org/drawingml/2006/main">
              <a:ext uri="{FF2B5EF4-FFF2-40B4-BE49-F238E27FC236}">
                <a16:creationId xmlns:a16="http://schemas.microsoft.com/office/drawing/2014/main" id="{9BA15052-D4CC-4387-B647-7C91CBE1011C}"/>
              </a:ext>
            </a:extLst>
          </p:cNvPr>
          <p:cNvSpPr>
            <a:spLocks xmlns:a="http://schemas.openxmlformats.org/drawingml/2006/main" noGrp="1"/>
          </p:cNvSpPr>
          <p:nvPr/>
        </p:nvSpPr>
        <p:spPr>
          <a:xfrm xmlns:a="http://schemas.openxmlformats.org/drawingml/2006/main">
            <a:off x="6769799" y="3931920"/>
            <a:ext cx="4822539" cy="171577"/>
          </a:xfrm>
          <a:prstGeom xmlns:a="http://schemas.openxmlformats.org/drawingml/2006/main" prst="roundRect">
            <a:avLst>
              <a:gd name="adj" fmla="val 50000"/>
            </a:avLst>
          </a:prstGeom>
          <a:solidFill xmlns:a="http://schemas.openxmlformats.org/drawingml/2006/main">
            <a:srgbClr val="ECECEC"/>
          </a:solidFill>
          <a:ln xmlns:a="http://schemas.openxmlformats.org/drawingml/2006/main" w="0">
            <a:solidFill>
              <a:srgbClr val="ECECEC"/>
            </a:solidFill>
            <a:prstDash val="solid"/>
          </a:ln>
        </p:spPr>
      </p:sp>
      <p:sp>
        <p:nvSpPr>
          <p:cNvPr id="145" name="right-lifecycle-text">
            <a:extLst xmlns:a="http://schemas.openxmlformats.org/drawingml/2006/main">
              <a:ext uri="{FF2B5EF4-FFF2-40B4-BE49-F238E27FC236}">
                <a16:creationId xmlns:a16="http://schemas.microsoft.com/office/drawing/2014/main" id="{850528D0-457D-4377-8E50-BC92CF2C6E47}"/>
              </a:ext>
            </a:extLst>
          </p:cNvPr>
          <p:cNvSpPr>
            <a:spLocks xmlns:a="http://schemas.openxmlformats.org/drawingml/2006/main" noGrp="1"/>
          </p:cNvSpPr>
          <p:nvPr/>
        </p:nvSpPr>
        <p:spPr>
          <a:xfrm xmlns:a="http://schemas.openxmlformats.org/drawingml/2006/main">
            <a:off x="6826949" y="3950970"/>
            <a:ext cx="4708239" cy="13347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463" b="1">
                <a:solidFill>
                  <a:srgbClr val="202020"/>
                </a:solidFill>
                <a:latin typeface="Arial"/>
                <a:ea typeface="Arial"/>
                <a:cs typeface="Arial"/>
              </a:defRPr>
            </a:pPr>
            <a:r>
              <a:rPr>
                <a:latin typeface="Arial"/>
                <a:ea typeface="Arial"/>
                <a:cs typeface="Arial"/>
              </a:rPr>
              <a:t>create(ref) → run / modify → update worktree + notes + ContainerID → Engineer inspect / continue / merge / apply / delete</a:t>
            </a:r>
          </a:p>
        </p:txBody>
      </p:sp>
      <p:cxnSp>
        <p:nvCxnSpPr>
          <p:cNvPr id="321" name=""/>
          <p:cNvCxnSpPr>
            <a:stCxn xmlns:a="http://schemas.openxmlformats.org/drawingml/2006/main" id="108" idx="3"/>
            <a:endCxn xmlns:a="http://schemas.openxmlformats.org/drawingml/2006/main" id="144" idx="3"/>
          </p:cNvCxnSpPr>
          <p:nvPr/>
        </p:nvCxnSpPr>
        <p:spPr>
          <a:xfrm xmlns:a="http://schemas.openxmlformats.org/drawingml/2006/main">
            <a:off x="11592338" y="2651221"/>
            <a:ext cx="0" cy="1366488"/>
          </a:xfrm>
          <a:prstGeom xmlns:a="http://schemas.openxmlformats.org/drawingml/2006/main" prst="straightConnector1">
            <a:avLst/>
          </a:prstGeom>
          <a:ln xmlns:a="http://schemas.openxmlformats.org/drawingml/2006/main" w="9525">
            <a:solidFill>
              <a:srgbClr val="888888"/>
            </a:solidFill>
            <a:prstDash val="dash"/>
            <a:headEnd type="none" w="med" len="med"/>
            <a:tailEnd type="triangle" w="sm" len="sm"/>
          </a:ln>
        </p:spPr>
      </p:cxnSp>
      <p:sp>
        <p:nvSpPr>
          <p:cNvPr id="147" name="right-boundary-box">
            <a:extLst xmlns:a="http://schemas.openxmlformats.org/drawingml/2006/main">
              <a:ext uri="{FF2B5EF4-FFF2-40B4-BE49-F238E27FC236}">
                <a16:creationId xmlns:a16="http://schemas.microsoft.com/office/drawing/2014/main" id="{2F379207-E4FB-4136-88D7-A894511AC80F}"/>
              </a:ext>
            </a:extLst>
          </p:cNvPr>
          <p:cNvSpPr>
            <a:spLocks xmlns:a="http://schemas.openxmlformats.org/drawingml/2006/main" noGrp="1"/>
          </p:cNvSpPr>
          <p:nvPr/>
        </p:nvSpPr>
        <p:spPr>
          <a:xfrm xmlns:a="http://schemas.openxmlformats.org/drawingml/2006/main">
            <a:off x="6769799" y="4146391"/>
            <a:ext cx="4822539" cy="122555"/>
          </a:xfrm>
          <a:prstGeom xmlns:a="http://schemas.openxmlformats.org/drawingml/2006/main" prst="roundRect">
            <a:avLst>
              <a:gd name="adj" fmla="val 50000"/>
            </a:avLst>
          </a:prstGeom>
          <a:solidFill xmlns:a="http://schemas.openxmlformats.org/drawingml/2006/main">
            <a:srgbClr val="F3F3F3"/>
          </a:solidFill>
          <a:ln xmlns:a="http://schemas.openxmlformats.org/drawingml/2006/main" w="0">
            <a:solidFill>
              <a:srgbClr val="F3F3F3"/>
            </a:solidFill>
            <a:prstDash val="solid"/>
          </a:ln>
        </p:spPr>
      </p:sp>
      <p:sp>
        <p:nvSpPr>
          <p:cNvPr id="148" name="right-boundary-text">
            <a:extLst xmlns:a="http://schemas.openxmlformats.org/drawingml/2006/main">
              <a:ext uri="{FF2B5EF4-FFF2-40B4-BE49-F238E27FC236}">
                <a16:creationId xmlns:a16="http://schemas.microsoft.com/office/drawing/2014/main" id="{31CD7E1A-B344-41C3-88C6-3E9F98B03526}"/>
              </a:ext>
            </a:extLst>
          </p:cNvPr>
          <p:cNvSpPr>
            <a:spLocks xmlns:a="http://schemas.openxmlformats.org/drawingml/2006/main" noGrp="1"/>
          </p:cNvSpPr>
          <p:nvPr/>
        </p:nvSpPr>
        <p:spPr>
          <a:xfrm xmlns:a="http://schemas.openxmlformats.org/drawingml/2006/main">
            <a:off x="6826949" y="4165441"/>
            <a:ext cx="4708239" cy="844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434" b="1">
                <a:solidFill>
                  <a:srgbClr val="202020"/>
                </a:solidFill>
                <a:latin typeface="Arial"/>
                <a:ea typeface="Arial"/>
                <a:cs typeface="Arial"/>
              </a:defRPr>
            </a:pPr>
            <a:r>
              <a:rPr>
                <a:latin typeface="Microsoft YaHei"/>
                <a:ea typeface="Microsoft YaHei"/>
                <a:cs typeface="Microsoft YaHei"/>
              </a:rPr>
              <a:t>边界：</a:t>
            </a:r>
            <a:r>
              <a:rPr>
                <a:latin typeface="Arial"/>
                <a:ea typeface="Arial"/>
                <a:cs typeface="Arial"/>
              </a:rPr>
              <a:t>ContainerID </a:t>
            </a:r>
            <a:r>
              <a:rPr>
                <a:latin typeface="Microsoft YaHei"/>
                <a:ea typeface="Microsoft YaHei"/>
                <a:cs typeface="Microsoft YaHei"/>
              </a:rPr>
              <a:t>引用文件系统状态；运行中的</a:t>
            </a:r>
            <a:r>
              <a:rPr>
                <a:latin typeface="Arial"/>
                <a:ea typeface="Arial"/>
                <a:cs typeface="Arial"/>
              </a:rPr>
              <a:t> service / tunnel / </a:t>
            </a:r>
            <a:r>
              <a:rPr>
                <a:latin typeface="Microsoft YaHei"/>
                <a:ea typeface="Microsoft YaHei"/>
                <a:cs typeface="Microsoft YaHei"/>
              </a:rPr>
              <a:t>外部副作用不属于同等持久状态</a:t>
            </a:r>
          </a:p>
        </p:txBody>
      </p:sp>
      <p:sp>
        <p:nvSpPr>
          <p:cNvPr id="149" name="right-archive-band">
            <a:extLst xmlns:a="http://schemas.openxmlformats.org/drawingml/2006/main">
              <a:ext uri="{FF2B5EF4-FFF2-40B4-BE49-F238E27FC236}">
                <a16:creationId xmlns:a16="http://schemas.microsoft.com/office/drawing/2014/main" id="{8F1EE4D9-38F2-4155-BFF1-94D02D3309E1}"/>
              </a:ext>
            </a:extLst>
          </p:cNvPr>
          <p:cNvSpPr>
            <a:spLocks xmlns:a="http://schemas.openxmlformats.org/drawingml/2006/main" noGrp="1"/>
          </p:cNvSpPr>
          <p:nvPr/>
        </p:nvSpPr>
        <p:spPr>
          <a:xfrm xmlns:a="http://schemas.openxmlformats.org/drawingml/2006/main">
            <a:off x="6622733" y="4385374"/>
            <a:ext cx="5147310" cy="257366"/>
          </a:xfrm>
          <a:prstGeom xmlns:a="http://schemas.openxmlformats.org/drawingml/2006/main" prst="roundRect">
            <a:avLst>
              <a:gd name="adj" fmla="val 33309"/>
            </a:avLst>
          </a:prstGeom>
          <a:solidFill xmlns:a="http://schemas.openxmlformats.org/drawingml/2006/main">
            <a:srgbClr val="FFF0F1"/>
          </a:solidFill>
          <a:ln xmlns:a="http://schemas.openxmlformats.org/drawingml/2006/main" w="8573">
            <a:solidFill>
              <a:srgbClr val="E2383F"/>
            </a:solidFill>
            <a:prstDash val="solid"/>
          </a:ln>
        </p:spPr>
      </p:sp>
      <p:sp>
        <p:nvSpPr>
          <p:cNvPr id="150" name="right-archive-band-title">
            <a:extLst xmlns:a="http://schemas.openxmlformats.org/drawingml/2006/main">
              <a:ext uri="{FF2B5EF4-FFF2-40B4-BE49-F238E27FC236}">
                <a16:creationId xmlns:a16="http://schemas.microsoft.com/office/drawing/2014/main" id="{6C665531-59AE-437B-A97C-F4692F0AE9F6}"/>
              </a:ext>
            </a:extLst>
          </p:cNvPr>
          <p:cNvSpPr>
            <a:spLocks xmlns:a="http://schemas.openxmlformats.org/drawingml/2006/main" noGrp="1"/>
          </p:cNvSpPr>
          <p:nvPr/>
        </p:nvSpPr>
        <p:spPr>
          <a:xfrm xmlns:a="http://schemas.openxmlformats.org/drawingml/2006/main">
            <a:off x="6739160" y="4409885"/>
            <a:ext cx="1286828" cy="189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E2383F"/>
                </a:solidFill>
                <a:latin typeface="Arial"/>
                <a:ea typeface="Arial"/>
                <a:cs typeface="Arial"/>
              </a:defRPr>
            </a:pPr>
            <a:r>
              <a:rPr>
                <a:latin typeface="Microsoft YaHei"/>
                <a:ea typeface="Microsoft YaHei"/>
                <a:cs typeface="Microsoft YaHei"/>
              </a:rPr>
              <a:t>执行结果归档为候选环境</a:t>
            </a:r>
          </a:p>
        </p:txBody>
      </p:sp>
      <p:sp>
        <p:nvSpPr>
          <p:cNvPr id="151" name="right-archive-band-copy">
            <a:extLst xmlns:a="http://schemas.openxmlformats.org/drawingml/2006/main">
              <a:ext uri="{FF2B5EF4-FFF2-40B4-BE49-F238E27FC236}">
                <a16:creationId xmlns:a16="http://schemas.microsoft.com/office/drawing/2014/main" id="{FC66A4D9-A2B5-4ED0-ABB3-439CCD316B33}"/>
              </a:ext>
            </a:extLst>
          </p:cNvPr>
          <p:cNvSpPr>
            <a:spLocks xmlns:a="http://schemas.openxmlformats.org/drawingml/2006/main" noGrp="1"/>
          </p:cNvSpPr>
          <p:nvPr/>
        </p:nvSpPr>
        <p:spPr>
          <a:xfrm xmlns:a="http://schemas.openxmlformats.org/drawingml/2006/main">
            <a:off x="8062754" y="4409885"/>
            <a:ext cx="3492818" cy="189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750" b="0">
                <a:solidFill>
                  <a:srgbClr val="202020"/>
                </a:solidFill>
                <a:latin typeface="Arial"/>
                <a:ea typeface="Arial"/>
                <a:cs typeface="Arial"/>
              </a:defRPr>
            </a:pPr>
            <a:r>
              <a:rPr>
                <a:latin typeface="Microsoft YaHei"/>
                <a:ea typeface="Microsoft YaHei"/>
                <a:cs typeface="Microsoft YaHei"/>
              </a:rPr>
              <a:t>保存</a:t>
            </a:r>
            <a:r>
              <a:rPr>
                <a:latin typeface="Arial"/>
                <a:ea typeface="Arial"/>
                <a:cs typeface="Arial"/>
              </a:rPr>
              <a:t> ContainerID</a:t>
            </a:r>
            <a:r>
              <a:rPr>
                <a:latin typeface="Microsoft YaHei"/>
                <a:ea typeface="Microsoft YaHei"/>
                <a:cs typeface="Microsoft YaHei"/>
              </a:rPr>
              <a:t>、</a:t>
            </a:r>
            <a:r>
              <a:rPr>
                <a:latin typeface="Arial"/>
                <a:ea typeface="Arial"/>
                <a:cs typeface="Arial"/>
              </a:rPr>
              <a:t>exit code </a:t>
            </a:r>
            <a:r>
              <a:rPr>
                <a:latin typeface="Microsoft YaHei"/>
                <a:ea typeface="Microsoft YaHei"/>
                <a:cs typeface="Microsoft YaHei"/>
              </a:rPr>
              <a:t>与输出，并把工作目录变更导出到独立分支</a:t>
            </a:r>
          </a:p>
        </p:txBody>
      </p:sp>
      <p:sp>
        <p:nvSpPr>
          <p:cNvPr id="152" name="right-capabilities-heading">
            <a:extLst xmlns:a="http://schemas.openxmlformats.org/drawingml/2006/main">
              <a:ext uri="{FF2B5EF4-FFF2-40B4-BE49-F238E27FC236}">
                <a16:creationId xmlns:a16="http://schemas.microsoft.com/office/drawing/2014/main" id="{2FCE90E3-1878-434F-9C14-6BF5EC28961B}"/>
              </a:ext>
            </a:extLst>
          </p:cNvPr>
          <p:cNvSpPr>
            <a:spLocks xmlns:a="http://schemas.openxmlformats.org/drawingml/2006/main" noGrp="1"/>
          </p:cNvSpPr>
          <p:nvPr/>
        </p:nvSpPr>
        <p:spPr>
          <a:xfrm xmlns:a="http://schemas.openxmlformats.org/drawingml/2006/main">
            <a:off x="6647244" y="4704017"/>
            <a:ext cx="674053" cy="189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202020"/>
                </a:solidFill>
                <a:latin typeface="Arial"/>
                <a:ea typeface="Arial"/>
                <a:cs typeface="Arial"/>
              </a:defRPr>
            </a:pPr>
            <a:r>
              <a:rPr>
                <a:latin typeface="Microsoft YaHei"/>
                <a:ea typeface="Microsoft YaHei"/>
                <a:cs typeface="Microsoft YaHei"/>
              </a:rPr>
              <a:t>核心能力</a:t>
            </a:r>
          </a:p>
        </p:txBody>
      </p:sp>
      <p:sp>
        <p:nvSpPr>
          <p:cNvPr id="153" name="right-capabilities-divider">
            <a:extLst xmlns:a="http://schemas.openxmlformats.org/drawingml/2006/main">
              <a:ext uri="{FF2B5EF4-FFF2-40B4-BE49-F238E27FC236}">
                <a16:creationId xmlns:a16="http://schemas.microsoft.com/office/drawing/2014/main" id="{EDFF1793-AE17-4521-86C0-829ABB3CF612}"/>
              </a:ext>
            </a:extLst>
          </p:cNvPr>
          <p:cNvSpPr>
            <a:spLocks xmlns:a="http://schemas.openxmlformats.org/drawingml/2006/main" noGrp="1"/>
          </p:cNvSpPr>
          <p:nvPr/>
        </p:nvSpPr>
        <p:spPr>
          <a:xfrm xmlns:a="http://schemas.openxmlformats.org/drawingml/2006/main">
            <a:off x="7327424" y="4795933"/>
            <a:ext cx="4442619" cy="953"/>
          </a:xfrm>
          <a:prstGeom xmlns:a="http://schemas.openxmlformats.org/drawingml/2006/main" prst="line">
            <a:avLst/>
          </a:prstGeom>
          <a:noFill xmlns:a="http://schemas.openxmlformats.org/drawingml/2006/main"/>
          <a:ln xmlns:a="http://schemas.openxmlformats.org/drawingml/2006/main" w="9525">
            <a:solidFill>
              <a:srgbClr val="E1E1E1"/>
            </a:solidFill>
            <a:prstDash val="solid"/>
          </a:ln>
        </p:spPr>
      </p:sp>
      <p:sp>
        <p:nvSpPr>
          <p:cNvPr id="154" name="right-cap-1-surface">
            <a:extLst xmlns:a="http://schemas.openxmlformats.org/drawingml/2006/main">
              <a:ext uri="{FF2B5EF4-FFF2-40B4-BE49-F238E27FC236}">
                <a16:creationId xmlns:a16="http://schemas.microsoft.com/office/drawing/2014/main" id="{F3635827-8EBE-48D3-8743-5F805EE9E535}"/>
              </a:ext>
            </a:extLst>
          </p:cNvPr>
          <p:cNvSpPr>
            <a:spLocks xmlns:a="http://schemas.openxmlformats.org/drawingml/2006/main" noGrp="1"/>
          </p:cNvSpPr>
          <p:nvPr/>
        </p:nvSpPr>
        <p:spPr>
          <a:xfrm xmlns:a="http://schemas.openxmlformats.org/drawingml/2006/main">
            <a:off x="6622733" y="4936871"/>
            <a:ext cx="2512378" cy="526987"/>
          </a:xfrm>
          <a:prstGeom xmlns:a="http://schemas.openxmlformats.org/drawingml/2006/main" prst="roundRect">
            <a:avLst>
              <a:gd name="adj" fmla="val 18074"/>
            </a:avLst>
          </a:prstGeom>
          <a:solidFill xmlns:a="http://schemas.openxmlformats.org/drawingml/2006/main">
            <a:srgbClr val="F7F7F7"/>
          </a:solidFill>
          <a:ln xmlns:a="http://schemas.openxmlformats.org/drawingml/2006/main" w="0">
            <a:solidFill>
              <a:srgbClr val="F7F7F7"/>
            </a:solidFill>
            <a:prstDash val="solid"/>
          </a:ln>
        </p:spPr>
      </p:sp>
      <p:sp>
        <p:nvSpPr>
          <p:cNvPr id="155" name="right-cap-1-number">
            <a:extLst xmlns:a="http://schemas.openxmlformats.org/drawingml/2006/main">
              <a:ext uri="{FF2B5EF4-FFF2-40B4-BE49-F238E27FC236}">
                <a16:creationId xmlns:a16="http://schemas.microsoft.com/office/drawing/2014/main" id="{2DD766D3-023F-4E7F-B7D8-B13C4B933030}"/>
              </a:ext>
            </a:extLst>
          </p:cNvPr>
          <p:cNvSpPr>
            <a:spLocks xmlns:a="http://schemas.openxmlformats.org/drawingml/2006/main" noGrp="1"/>
          </p:cNvSpPr>
          <p:nvPr/>
        </p:nvSpPr>
        <p:spPr>
          <a:xfrm xmlns:a="http://schemas.openxmlformats.org/drawingml/2006/main">
            <a:off x="6757543" y="5010404"/>
            <a:ext cx="294132" cy="17157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675" b="1">
                <a:solidFill>
                  <a:srgbClr val="888888"/>
                </a:solidFill>
                <a:latin typeface="Arial"/>
                <a:ea typeface="Arial"/>
                <a:cs typeface="Arial"/>
              </a:defRPr>
            </a:pPr>
            <a:r>
              <a:rPr>
                <a:latin typeface="Arial"/>
                <a:ea typeface="Arial"/>
                <a:cs typeface="Arial"/>
              </a:rPr>
              <a:t>01</a:t>
            </a:r>
          </a:p>
        </p:txBody>
      </p:sp>
      <p:sp>
        <p:nvSpPr>
          <p:cNvPr id="156" name="right-cap-1-title">
            <a:extLst xmlns:a="http://schemas.openxmlformats.org/drawingml/2006/main">
              <a:ext uri="{FF2B5EF4-FFF2-40B4-BE49-F238E27FC236}">
                <a16:creationId xmlns:a16="http://schemas.microsoft.com/office/drawing/2014/main" id="{F90B82DF-6583-4E5F-8680-EBF863F9C0CA}"/>
              </a:ext>
            </a:extLst>
          </p:cNvPr>
          <p:cNvSpPr>
            <a:spLocks xmlns:a="http://schemas.openxmlformats.org/drawingml/2006/main" noGrp="1"/>
          </p:cNvSpPr>
          <p:nvPr/>
        </p:nvSpPr>
        <p:spPr>
          <a:xfrm xmlns:a="http://schemas.openxmlformats.org/drawingml/2006/main">
            <a:off x="7063931" y="4998149"/>
            <a:ext cx="1930241" cy="1838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202020"/>
                </a:solidFill>
                <a:latin typeface="Arial"/>
                <a:ea typeface="Arial"/>
                <a:cs typeface="Arial"/>
              </a:defRPr>
            </a:pPr>
            <a:r>
              <a:rPr>
                <a:latin typeface="Microsoft YaHei"/>
                <a:ea typeface="Microsoft YaHei"/>
                <a:cs typeface="Microsoft YaHei"/>
              </a:rPr>
              <a:t>任务执行与代码归档分离</a:t>
            </a:r>
          </a:p>
        </p:txBody>
      </p:sp>
      <p:sp>
        <p:nvSpPr>
          <p:cNvPr id="157" name="right-cap-1-body">
            <a:extLst xmlns:a="http://schemas.openxmlformats.org/drawingml/2006/main">
              <a:ext uri="{FF2B5EF4-FFF2-40B4-BE49-F238E27FC236}">
                <a16:creationId xmlns:a16="http://schemas.microsoft.com/office/drawing/2014/main" id="{389B4284-14FD-4514-B9F5-6561BB7878CC}"/>
              </a:ext>
            </a:extLst>
          </p:cNvPr>
          <p:cNvSpPr>
            <a:spLocks xmlns:a="http://schemas.openxmlformats.org/drawingml/2006/main" noGrp="1"/>
          </p:cNvSpPr>
          <p:nvPr/>
        </p:nvSpPr>
        <p:spPr>
          <a:xfrm xmlns:a="http://schemas.openxmlformats.org/drawingml/2006/main">
            <a:off x="7063931" y="5175853"/>
            <a:ext cx="1930241" cy="26349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750" b="0">
                <a:solidFill>
                  <a:srgbClr val="202020"/>
                </a:solidFill>
                <a:latin typeface="Arial"/>
                <a:ea typeface="Arial"/>
                <a:cs typeface="Arial"/>
              </a:defRPr>
            </a:pPr>
            <a:r>
              <a:rPr>
                <a:latin typeface="Arial"/>
                <a:ea typeface="Arial"/>
                <a:cs typeface="Arial"/>
              </a:rPr>
              <a:t>Agent </a:t>
            </a:r>
            <a:r>
              <a:rPr>
                <a:latin typeface="Microsoft YaHei"/>
                <a:ea typeface="Microsoft YaHei"/>
                <a:cs typeface="Microsoft YaHei"/>
              </a:rPr>
              <a:t>在隔离容器中执行；</a:t>
            </a:r>
          </a:p>
          <a:p xmlns:a="http://schemas.openxmlformats.org/drawingml/2006/main">
            <a:pPr algn="l">
              <a:defRPr sz="750" b="0">
                <a:solidFill>
                  <a:srgbClr val="202020"/>
                </a:solidFill>
                <a:latin typeface="Arial"/>
                <a:ea typeface="Arial"/>
                <a:cs typeface="Arial"/>
              </a:defRPr>
            </a:pPr>
            <a:r>
              <a:rPr>
                <a:latin typeface="Microsoft YaHei"/>
                <a:ea typeface="Microsoft YaHei"/>
                <a:cs typeface="Microsoft YaHei"/>
              </a:rPr>
              <a:t>变更提交到独立</a:t>
            </a:r>
            <a:r>
              <a:rPr>
                <a:latin typeface="Arial"/>
                <a:ea typeface="Arial"/>
                <a:cs typeface="Arial"/>
              </a:rPr>
              <a:t> Environment </a:t>
            </a:r>
            <a:r>
              <a:rPr>
                <a:latin typeface="Microsoft YaHei"/>
                <a:ea typeface="Microsoft YaHei"/>
                <a:cs typeface="Microsoft YaHei"/>
              </a:rPr>
              <a:t>分支。</a:t>
            </a:r>
          </a:p>
        </p:txBody>
      </p:sp>
      <p:sp>
        <p:nvSpPr>
          <p:cNvPr id="158" name="right-cap-2-surface">
            <a:extLst xmlns:a="http://schemas.openxmlformats.org/drawingml/2006/main">
              <a:ext uri="{FF2B5EF4-FFF2-40B4-BE49-F238E27FC236}">
                <a16:creationId xmlns:a16="http://schemas.microsoft.com/office/drawing/2014/main" id="{E03FECA6-3264-4BEC-BCF8-4628FF337633}"/>
              </a:ext>
            </a:extLst>
          </p:cNvPr>
          <p:cNvSpPr>
            <a:spLocks xmlns:a="http://schemas.openxmlformats.org/drawingml/2006/main" noGrp="1"/>
          </p:cNvSpPr>
          <p:nvPr/>
        </p:nvSpPr>
        <p:spPr>
          <a:xfrm xmlns:a="http://schemas.openxmlformats.org/drawingml/2006/main">
            <a:off x="9257665" y="4936871"/>
            <a:ext cx="2512378" cy="526987"/>
          </a:xfrm>
          <a:prstGeom xmlns:a="http://schemas.openxmlformats.org/drawingml/2006/main" prst="roundRect">
            <a:avLst>
              <a:gd name="adj" fmla="val 18074"/>
            </a:avLst>
          </a:prstGeom>
          <a:solidFill xmlns:a="http://schemas.openxmlformats.org/drawingml/2006/main">
            <a:srgbClr val="F7F7F7"/>
          </a:solidFill>
          <a:ln xmlns:a="http://schemas.openxmlformats.org/drawingml/2006/main" w="0">
            <a:solidFill>
              <a:srgbClr val="F7F7F7"/>
            </a:solidFill>
            <a:prstDash val="solid"/>
          </a:ln>
        </p:spPr>
      </p:sp>
      <p:sp>
        <p:nvSpPr>
          <p:cNvPr id="159" name="right-cap-2-number">
            <a:extLst xmlns:a="http://schemas.openxmlformats.org/drawingml/2006/main">
              <a:ext uri="{FF2B5EF4-FFF2-40B4-BE49-F238E27FC236}">
                <a16:creationId xmlns:a16="http://schemas.microsoft.com/office/drawing/2014/main" id="{3138E597-926B-4F26-B19D-47A214BCF735}"/>
              </a:ext>
            </a:extLst>
          </p:cNvPr>
          <p:cNvSpPr>
            <a:spLocks xmlns:a="http://schemas.openxmlformats.org/drawingml/2006/main" noGrp="1"/>
          </p:cNvSpPr>
          <p:nvPr/>
        </p:nvSpPr>
        <p:spPr>
          <a:xfrm xmlns:a="http://schemas.openxmlformats.org/drawingml/2006/main">
            <a:off x="9392476" y="5010404"/>
            <a:ext cx="294132" cy="17157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675" b="1">
                <a:solidFill>
                  <a:srgbClr val="888888"/>
                </a:solidFill>
                <a:latin typeface="Arial"/>
                <a:ea typeface="Arial"/>
                <a:cs typeface="Arial"/>
              </a:defRPr>
            </a:pPr>
            <a:r>
              <a:rPr>
                <a:latin typeface="Arial"/>
                <a:ea typeface="Arial"/>
                <a:cs typeface="Arial"/>
              </a:rPr>
              <a:t>02</a:t>
            </a:r>
          </a:p>
        </p:txBody>
      </p:sp>
      <p:sp>
        <p:nvSpPr>
          <p:cNvPr id="160" name="right-cap-2-title">
            <a:extLst xmlns:a="http://schemas.openxmlformats.org/drawingml/2006/main">
              <a:ext uri="{FF2B5EF4-FFF2-40B4-BE49-F238E27FC236}">
                <a16:creationId xmlns:a16="http://schemas.microsoft.com/office/drawing/2014/main" id="{EA219873-E2AA-4072-A6C8-A3535B013AF6}"/>
              </a:ext>
            </a:extLst>
          </p:cNvPr>
          <p:cNvSpPr>
            <a:spLocks xmlns:a="http://schemas.openxmlformats.org/drawingml/2006/main" noGrp="1"/>
          </p:cNvSpPr>
          <p:nvPr/>
        </p:nvSpPr>
        <p:spPr>
          <a:xfrm xmlns:a="http://schemas.openxmlformats.org/drawingml/2006/main">
            <a:off x="9698863" y="4998149"/>
            <a:ext cx="1930241" cy="1838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202020"/>
                </a:solidFill>
                <a:latin typeface="Arial"/>
                <a:ea typeface="Arial"/>
                <a:cs typeface="Arial"/>
              </a:defRPr>
            </a:pPr>
            <a:r>
              <a:rPr>
                <a:latin typeface="Microsoft YaHei"/>
                <a:ea typeface="Microsoft YaHei"/>
                <a:cs typeface="Microsoft YaHei"/>
              </a:rPr>
              <a:t>执行状态回到同一</a:t>
            </a:r>
            <a:r>
              <a:rPr>
                <a:latin typeface="Arial"/>
                <a:ea typeface="Arial"/>
                <a:cs typeface="Arial"/>
              </a:rPr>
              <a:t> Environment</a:t>
            </a:r>
          </a:p>
        </p:txBody>
      </p:sp>
      <p:sp>
        <p:nvSpPr>
          <p:cNvPr id="161" name="right-cap-2-body">
            <a:extLst xmlns:a="http://schemas.openxmlformats.org/drawingml/2006/main">
              <a:ext uri="{FF2B5EF4-FFF2-40B4-BE49-F238E27FC236}">
                <a16:creationId xmlns:a16="http://schemas.microsoft.com/office/drawing/2014/main" id="{DE5A7BC5-0F02-4167-87E3-69F94D5C9785}"/>
              </a:ext>
            </a:extLst>
          </p:cNvPr>
          <p:cNvSpPr>
            <a:spLocks xmlns:a="http://schemas.openxmlformats.org/drawingml/2006/main" noGrp="1"/>
          </p:cNvSpPr>
          <p:nvPr/>
        </p:nvSpPr>
        <p:spPr>
          <a:xfrm xmlns:a="http://schemas.openxmlformats.org/drawingml/2006/main">
            <a:off x="9698863" y="5175853"/>
            <a:ext cx="1930241" cy="26349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750" b="0">
                <a:solidFill>
                  <a:srgbClr val="202020"/>
                </a:solidFill>
                <a:latin typeface="Arial"/>
                <a:ea typeface="Arial"/>
                <a:cs typeface="Arial"/>
              </a:defRPr>
            </a:pPr>
            <a:r>
              <a:rPr>
                <a:latin typeface="Microsoft YaHei"/>
                <a:ea typeface="Microsoft YaHei"/>
                <a:cs typeface="Microsoft YaHei"/>
              </a:rPr>
              <a:t>保存</a:t>
            </a:r>
            <a:r>
              <a:rPr>
                <a:latin typeface="Arial"/>
                <a:ea typeface="Arial"/>
                <a:cs typeface="Arial"/>
              </a:rPr>
              <a:t> ContainerID</a:t>
            </a:r>
            <a:r>
              <a:rPr>
                <a:latin typeface="Microsoft YaHei"/>
                <a:ea typeface="Microsoft YaHei"/>
                <a:cs typeface="Microsoft YaHei"/>
              </a:rPr>
              <a:t>、退出码与输出；</a:t>
            </a:r>
          </a:p>
          <a:p xmlns:a="http://schemas.openxmlformats.org/drawingml/2006/main">
            <a:pPr algn="l">
              <a:defRPr sz="750" b="0">
                <a:solidFill>
                  <a:srgbClr val="202020"/>
                </a:solidFill>
                <a:latin typeface="Arial"/>
                <a:ea typeface="Arial"/>
                <a:cs typeface="Arial"/>
              </a:defRPr>
            </a:pPr>
            <a:r>
              <a:rPr>
                <a:latin typeface="Microsoft YaHei"/>
                <a:ea typeface="Microsoft YaHei"/>
                <a:cs typeface="Microsoft YaHei"/>
              </a:rPr>
              <a:t>下一轮从同一环境继续。</a:t>
            </a:r>
          </a:p>
        </p:txBody>
      </p:sp>
      <p:sp>
        <p:nvSpPr>
          <p:cNvPr id="162" name="right-cap-3-surface">
            <a:extLst xmlns:a="http://schemas.openxmlformats.org/drawingml/2006/main">
              <a:ext uri="{FF2B5EF4-FFF2-40B4-BE49-F238E27FC236}">
                <a16:creationId xmlns:a16="http://schemas.microsoft.com/office/drawing/2014/main" id="{837E0DF7-F5F6-4413-933C-36A68F7A9C9B}"/>
              </a:ext>
            </a:extLst>
          </p:cNvPr>
          <p:cNvSpPr>
            <a:spLocks xmlns:a="http://schemas.openxmlformats.org/drawingml/2006/main" noGrp="1"/>
          </p:cNvSpPr>
          <p:nvPr/>
        </p:nvSpPr>
        <p:spPr>
          <a:xfrm xmlns:a="http://schemas.openxmlformats.org/drawingml/2006/main">
            <a:off x="6622733" y="5506752"/>
            <a:ext cx="2512378" cy="526987"/>
          </a:xfrm>
          <a:prstGeom xmlns:a="http://schemas.openxmlformats.org/drawingml/2006/main" prst="roundRect">
            <a:avLst>
              <a:gd name="adj" fmla="val 18074"/>
            </a:avLst>
          </a:prstGeom>
          <a:solidFill xmlns:a="http://schemas.openxmlformats.org/drawingml/2006/main">
            <a:srgbClr val="F7F7F7"/>
          </a:solidFill>
          <a:ln xmlns:a="http://schemas.openxmlformats.org/drawingml/2006/main" w="0">
            <a:solidFill>
              <a:srgbClr val="F7F7F7"/>
            </a:solidFill>
            <a:prstDash val="solid"/>
          </a:ln>
        </p:spPr>
      </p:sp>
      <p:sp>
        <p:nvSpPr>
          <p:cNvPr id="163" name="right-cap-3-number">
            <a:extLst xmlns:a="http://schemas.openxmlformats.org/drawingml/2006/main">
              <a:ext uri="{FF2B5EF4-FFF2-40B4-BE49-F238E27FC236}">
                <a16:creationId xmlns:a16="http://schemas.microsoft.com/office/drawing/2014/main" id="{48B019EE-70AB-48AB-9D4D-B4490FA91C83}"/>
              </a:ext>
            </a:extLst>
          </p:cNvPr>
          <p:cNvSpPr>
            <a:spLocks xmlns:a="http://schemas.openxmlformats.org/drawingml/2006/main" noGrp="1"/>
          </p:cNvSpPr>
          <p:nvPr/>
        </p:nvSpPr>
        <p:spPr>
          <a:xfrm xmlns:a="http://schemas.openxmlformats.org/drawingml/2006/main">
            <a:off x="6757543" y="5580285"/>
            <a:ext cx="294132" cy="17157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675" b="1">
                <a:solidFill>
                  <a:srgbClr val="888888"/>
                </a:solidFill>
                <a:latin typeface="Arial"/>
                <a:ea typeface="Arial"/>
                <a:cs typeface="Arial"/>
              </a:defRPr>
            </a:pPr>
            <a:r>
              <a:rPr>
                <a:latin typeface="Arial"/>
                <a:ea typeface="Arial"/>
                <a:cs typeface="Arial"/>
              </a:rPr>
              <a:t>03</a:t>
            </a:r>
          </a:p>
        </p:txBody>
      </p:sp>
      <p:sp>
        <p:nvSpPr>
          <p:cNvPr id="164" name="right-cap-3-title">
            <a:extLst xmlns:a="http://schemas.openxmlformats.org/drawingml/2006/main">
              <a:ext uri="{FF2B5EF4-FFF2-40B4-BE49-F238E27FC236}">
                <a16:creationId xmlns:a16="http://schemas.microsoft.com/office/drawing/2014/main" id="{5277E2CB-71FB-474D-A83C-3EB59DE45565}"/>
              </a:ext>
            </a:extLst>
          </p:cNvPr>
          <p:cNvSpPr>
            <a:spLocks xmlns:a="http://schemas.openxmlformats.org/drawingml/2006/main" noGrp="1"/>
          </p:cNvSpPr>
          <p:nvPr/>
        </p:nvSpPr>
        <p:spPr>
          <a:xfrm xmlns:a="http://schemas.openxmlformats.org/drawingml/2006/main">
            <a:off x="7063931" y="5568029"/>
            <a:ext cx="1930241" cy="1838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202020"/>
                </a:solidFill>
                <a:latin typeface="Arial"/>
                <a:ea typeface="Arial"/>
                <a:cs typeface="Arial"/>
              </a:defRPr>
            </a:pPr>
            <a:r>
              <a:rPr>
                <a:latin typeface="Microsoft YaHei"/>
                <a:ea typeface="Microsoft YaHei"/>
                <a:cs typeface="Microsoft YaHei"/>
              </a:rPr>
              <a:t>配置成为</a:t>
            </a:r>
            <a:r>
              <a:rPr>
                <a:latin typeface="Arial"/>
                <a:ea typeface="Arial"/>
                <a:cs typeface="Arial"/>
              </a:rPr>
              <a:t> Environment </a:t>
            </a:r>
            <a:r>
              <a:rPr>
                <a:latin typeface="Microsoft YaHei"/>
                <a:ea typeface="Microsoft YaHei"/>
                <a:cs typeface="Microsoft YaHei"/>
              </a:rPr>
              <a:t>的一部分</a:t>
            </a:r>
          </a:p>
        </p:txBody>
      </p:sp>
      <p:sp>
        <p:nvSpPr>
          <p:cNvPr id="165" name="right-cap-3-body">
            <a:extLst xmlns:a="http://schemas.openxmlformats.org/drawingml/2006/main">
              <a:ext uri="{FF2B5EF4-FFF2-40B4-BE49-F238E27FC236}">
                <a16:creationId xmlns:a16="http://schemas.microsoft.com/office/drawing/2014/main" id="{EA139EAE-AEA5-4CCE-81A2-35A2058202E3}"/>
              </a:ext>
            </a:extLst>
          </p:cNvPr>
          <p:cNvSpPr>
            <a:spLocks xmlns:a="http://schemas.openxmlformats.org/drawingml/2006/main" noGrp="1"/>
          </p:cNvSpPr>
          <p:nvPr/>
        </p:nvSpPr>
        <p:spPr>
          <a:xfrm xmlns:a="http://schemas.openxmlformats.org/drawingml/2006/main">
            <a:off x="7063931" y="5745734"/>
            <a:ext cx="1930241" cy="26349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750" b="0">
                <a:solidFill>
                  <a:srgbClr val="202020"/>
                </a:solidFill>
                <a:latin typeface="Arial"/>
                <a:ea typeface="Arial"/>
                <a:cs typeface="Arial"/>
              </a:defRPr>
            </a:pPr>
            <a:r>
              <a:rPr>
                <a:latin typeface="Microsoft YaHei"/>
                <a:ea typeface="Microsoft YaHei"/>
                <a:cs typeface="Microsoft YaHei"/>
              </a:rPr>
              <a:t>项目配置定义环境基线；</a:t>
            </a:r>
          </a:p>
          <a:p xmlns:a="http://schemas.openxmlformats.org/drawingml/2006/main">
            <a:pPr algn="l">
              <a:defRPr sz="750" b="0">
                <a:solidFill>
                  <a:srgbClr val="202020"/>
                </a:solidFill>
                <a:latin typeface="Arial"/>
                <a:ea typeface="Arial"/>
                <a:cs typeface="Arial"/>
              </a:defRPr>
            </a:pPr>
            <a:r>
              <a:rPr>
                <a:latin typeface="Microsoft YaHei"/>
                <a:ea typeface="Microsoft YaHei"/>
                <a:cs typeface="Microsoft YaHei"/>
              </a:rPr>
              <a:t>配置与</a:t>
            </a:r>
            <a:r>
              <a:rPr>
                <a:latin typeface="Arial"/>
                <a:ea typeface="Arial"/>
                <a:cs typeface="Arial"/>
              </a:rPr>
              <a:t> service </a:t>
            </a:r>
            <a:r>
              <a:rPr>
                <a:latin typeface="Microsoft YaHei"/>
                <a:ea typeface="Microsoft YaHei"/>
                <a:cs typeface="Microsoft YaHei"/>
              </a:rPr>
              <a:t>随</a:t>
            </a:r>
            <a:r>
              <a:rPr>
                <a:latin typeface="Arial"/>
                <a:ea typeface="Arial"/>
                <a:cs typeface="Arial"/>
              </a:rPr>
              <a:t> Environment </a:t>
            </a:r>
            <a:r>
              <a:rPr>
                <a:latin typeface="Microsoft YaHei"/>
                <a:ea typeface="Microsoft YaHei"/>
                <a:cs typeface="Microsoft YaHei"/>
              </a:rPr>
              <a:t>保留。</a:t>
            </a:r>
          </a:p>
        </p:txBody>
      </p:sp>
      <p:sp>
        <p:nvSpPr>
          <p:cNvPr id="166" name="right-cap-4-surface">
            <a:extLst xmlns:a="http://schemas.openxmlformats.org/drawingml/2006/main">
              <a:ext uri="{FF2B5EF4-FFF2-40B4-BE49-F238E27FC236}">
                <a16:creationId xmlns:a16="http://schemas.microsoft.com/office/drawing/2014/main" id="{745612E7-5755-419B-9988-E949891184F0}"/>
              </a:ext>
            </a:extLst>
          </p:cNvPr>
          <p:cNvSpPr>
            <a:spLocks xmlns:a="http://schemas.openxmlformats.org/drawingml/2006/main" noGrp="1"/>
          </p:cNvSpPr>
          <p:nvPr/>
        </p:nvSpPr>
        <p:spPr>
          <a:xfrm xmlns:a="http://schemas.openxmlformats.org/drawingml/2006/main">
            <a:off x="9257665" y="5506752"/>
            <a:ext cx="2512378" cy="526987"/>
          </a:xfrm>
          <a:prstGeom xmlns:a="http://schemas.openxmlformats.org/drawingml/2006/main" prst="roundRect">
            <a:avLst>
              <a:gd name="adj" fmla="val 18074"/>
            </a:avLst>
          </a:prstGeom>
          <a:solidFill xmlns:a="http://schemas.openxmlformats.org/drawingml/2006/main">
            <a:srgbClr val="F7F7F7"/>
          </a:solidFill>
          <a:ln xmlns:a="http://schemas.openxmlformats.org/drawingml/2006/main" w="0">
            <a:solidFill>
              <a:srgbClr val="F7F7F7"/>
            </a:solidFill>
            <a:prstDash val="solid"/>
          </a:ln>
        </p:spPr>
      </p:sp>
      <p:sp>
        <p:nvSpPr>
          <p:cNvPr id="167" name="right-cap-4-number">
            <a:extLst xmlns:a="http://schemas.openxmlformats.org/drawingml/2006/main">
              <a:ext uri="{FF2B5EF4-FFF2-40B4-BE49-F238E27FC236}">
                <a16:creationId xmlns:a16="http://schemas.microsoft.com/office/drawing/2014/main" id="{012BE514-0411-44CC-B3F2-E1A0E1493CB1}"/>
              </a:ext>
            </a:extLst>
          </p:cNvPr>
          <p:cNvSpPr>
            <a:spLocks xmlns:a="http://schemas.openxmlformats.org/drawingml/2006/main" noGrp="1"/>
          </p:cNvSpPr>
          <p:nvPr/>
        </p:nvSpPr>
        <p:spPr>
          <a:xfrm xmlns:a="http://schemas.openxmlformats.org/drawingml/2006/main">
            <a:off x="9392476" y="5580285"/>
            <a:ext cx="294132" cy="17157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675" b="1">
                <a:solidFill>
                  <a:srgbClr val="888888"/>
                </a:solidFill>
                <a:latin typeface="Arial"/>
                <a:ea typeface="Arial"/>
                <a:cs typeface="Arial"/>
              </a:defRPr>
            </a:pPr>
            <a:r>
              <a:rPr>
                <a:latin typeface="Arial"/>
                <a:ea typeface="Arial"/>
                <a:cs typeface="Arial"/>
              </a:rPr>
              <a:t>04</a:t>
            </a:r>
          </a:p>
        </p:txBody>
      </p:sp>
      <p:sp>
        <p:nvSpPr>
          <p:cNvPr id="168" name="right-cap-4-title">
            <a:extLst xmlns:a="http://schemas.openxmlformats.org/drawingml/2006/main">
              <a:ext uri="{FF2B5EF4-FFF2-40B4-BE49-F238E27FC236}">
                <a16:creationId xmlns:a16="http://schemas.microsoft.com/office/drawing/2014/main" id="{E14D2987-7C64-4A54-B364-D3F15383E431}"/>
              </a:ext>
            </a:extLst>
          </p:cNvPr>
          <p:cNvSpPr>
            <a:spLocks xmlns:a="http://schemas.openxmlformats.org/drawingml/2006/main" noGrp="1"/>
          </p:cNvSpPr>
          <p:nvPr/>
        </p:nvSpPr>
        <p:spPr>
          <a:xfrm xmlns:a="http://schemas.openxmlformats.org/drawingml/2006/main">
            <a:off x="9698863" y="5568029"/>
            <a:ext cx="1930241" cy="1838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202020"/>
                </a:solidFill>
                <a:latin typeface="Arial"/>
                <a:ea typeface="Arial"/>
                <a:cs typeface="Arial"/>
              </a:defRPr>
            </a:pPr>
            <a:r>
              <a:rPr>
                <a:latin typeface="Microsoft YaHei"/>
                <a:ea typeface="Microsoft YaHei"/>
                <a:cs typeface="Microsoft YaHei"/>
              </a:rPr>
              <a:t>工程师通过</a:t>
            </a:r>
            <a:r>
              <a:rPr>
                <a:latin typeface="Arial"/>
                <a:ea typeface="Arial"/>
                <a:cs typeface="Arial"/>
              </a:rPr>
              <a:t> Git </a:t>
            </a:r>
            <a:r>
              <a:rPr>
                <a:latin typeface="Microsoft YaHei"/>
                <a:ea typeface="Microsoft YaHei"/>
                <a:cs typeface="Microsoft YaHei"/>
              </a:rPr>
              <a:t>决定去留</a:t>
            </a:r>
          </a:p>
        </p:txBody>
      </p:sp>
      <p:sp>
        <p:nvSpPr>
          <p:cNvPr id="169" name="right-cap-4-body">
            <a:extLst xmlns:a="http://schemas.openxmlformats.org/drawingml/2006/main">
              <a:ext uri="{FF2B5EF4-FFF2-40B4-BE49-F238E27FC236}">
                <a16:creationId xmlns:a16="http://schemas.microsoft.com/office/drawing/2014/main" id="{4CECE19D-F0B4-4F18-BC88-06814076F1AD}"/>
              </a:ext>
            </a:extLst>
          </p:cNvPr>
          <p:cNvSpPr>
            <a:spLocks xmlns:a="http://schemas.openxmlformats.org/drawingml/2006/main" noGrp="1"/>
          </p:cNvSpPr>
          <p:nvPr/>
        </p:nvSpPr>
        <p:spPr>
          <a:xfrm xmlns:a="http://schemas.openxmlformats.org/drawingml/2006/main">
            <a:off x="9698863" y="5745734"/>
            <a:ext cx="1930241" cy="26349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750" b="0">
                <a:solidFill>
                  <a:srgbClr val="202020"/>
                </a:solidFill>
                <a:latin typeface="Arial"/>
                <a:ea typeface="Arial"/>
                <a:cs typeface="Arial"/>
              </a:defRPr>
            </a:pPr>
            <a:r>
              <a:rPr>
                <a:latin typeface="Arial"/>
                <a:ea typeface="Arial"/>
                <a:cs typeface="Arial"/>
              </a:rPr>
              <a:t>log / diff / terminal </a:t>
            </a:r>
            <a:r>
              <a:rPr>
                <a:latin typeface="Microsoft YaHei"/>
                <a:ea typeface="Microsoft YaHei"/>
                <a:cs typeface="Microsoft YaHei"/>
              </a:rPr>
              <a:t>支持审阅；</a:t>
            </a:r>
          </a:p>
          <a:p xmlns:a="http://schemas.openxmlformats.org/drawingml/2006/main">
            <a:pPr algn="l">
              <a:defRPr sz="750" b="0">
                <a:solidFill>
                  <a:srgbClr val="202020"/>
                </a:solidFill>
                <a:latin typeface="Arial"/>
                <a:ea typeface="Arial"/>
                <a:cs typeface="Arial"/>
              </a:defRPr>
            </a:pPr>
            <a:r>
              <a:rPr>
                <a:latin typeface="Arial"/>
                <a:ea typeface="Arial"/>
                <a:cs typeface="Arial"/>
              </a:rPr>
              <a:t>merge / apply / delete </a:t>
            </a:r>
            <a:r>
              <a:rPr>
                <a:latin typeface="Microsoft YaHei"/>
                <a:ea typeface="Microsoft YaHei"/>
                <a:cs typeface="Microsoft YaHei"/>
              </a:rPr>
              <a:t>决定去留。</a:t>
            </a:r>
          </a:p>
        </p:txBody>
      </p:sp>
      <p:sp>
        <p:nvSpPr>
          <p:cNvPr id="170" name="capability-bridge-label">
            <a:extLst xmlns:a="http://schemas.openxmlformats.org/drawingml/2006/main">
              <a:ext uri="{FF2B5EF4-FFF2-40B4-BE49-F238E27FC236}">
                <a16:creationId xmlns:a16="http://schemas.microsoft.com/office/drawing/2014/main" id="{D82D591D-6CA2-4C6A-829F-573A34DDA373}"/>
              </a:ext>
            </a:extLst>
          </p:cNvPr>
          <p:cNvSpPr>
            <a:spLocks xmlns:a="http://schemas.openxmlformats.org/drawingml/2006/main" noGrp="1"/>
          </p:cNvSpPr>
          <p:nvPr/>
        </p:nvSpPr>
        <p:spPr>
          <a:xfrm xmlns:a="http://schemas.openxmlformats.org/drawingml/2006/main">
            <a:off x="5867400" y="3057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888888"/>
                </a:solidFill>
                <a:latin typeface="Arial"/>
                <a:ea typeface="Arial"/>
                <a:cs typeface="Arial"/>
              </a:defRPr>
            </a:pPr>
            <a:r>
              <a:rPr>
                <a:latin typeface="Microsoft YaHei"/>
                <a:ea typeface="Microsoft YaHei"/>
                <a:cs typeface="Microsoft YaHei"/>
              </a:rPr>
              <a:t>支撑</a:t>
            </a:r>
          </a:p>
        </p:txBody>
      </p:sp>
      <p:sp>
        <p:nvSpPr>
          <p:cNvPr id="171" name="capability-bridge-arrow">
            <a:extLst xmlns:a="http://schemas.openxmlformats.org/drawingml/2006/main">
              <a:ext uri="{FF2B5EF4-FFF2-40B4-BE49-F238E27FC236}">
                <a16:creationId xmlns:a16="http://schemas.microsoft.com/office/drawing/2014/main" id="{2CE117FB-D484-4469-BEE1-6ABDED69DFD7}"/>
              </a:ext>
            </a:extLst>
          </p:cNvPr>
          <p:cNvSpPr>
            <a:spLocks xmlns:a="http://schemas.openxmlformats.org/drawingml/2006/main" noGrp="1"/>
          </p:cNvSpPr>
          <p:nvPr/>
        </p:nvSpPr>
        <p:spPr>
          <a:xfrm xmlns:a="http://schemas.openxmlformats.org/drawingml/2006/main">
            <a:off x="5838825" y="3238500"/>
            <a:ext cx="51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2550" b="1">
                <a:solidFill>
                  <a:srgbClr val="E2383F"/>
                </a:solidFill>
                <a:latin typeface="Arial"/>
                <a:ea typeface="Arial"/>
                <a:cs typeface="Arial"/>
              </a:defRPr>
            </a:pPr>
            <a:r>
              <a:rPr>
                <a:latin typeface="Arial"/>
                <a:ea typeface="Arial"/>
                <a:cs typeface="Arial"/>
              </a:rPr>
              <a:t>→</a:t>
            </a:r>
          </a:p>
        </p:txBody>
      </p:sp>
      <p:sp>
        <p:nvSpPr>
          <p:cNvPr id="172" name="bottom-insight-label-band">
            <a:extLst xmlns:a="http://schemas.openxmlformats.org/drawingml/2006/main">
              <a:ext uri="{FF2B5EF4-FFF2-40B4-BE49-F238E27FC236}">
                <a16:creationId xmlns:a16="http://schemas.microsoft.com/office/drawing/2014/main" id="{6B69C4BD-9952-4A7B-A2B2-AD8B88EFC4E4}"/>
              </a:ext>
            </a:extLst>
          </p:cNvPr>
          <p:cNvSpPr>
            <a:spLocks xmlns:a="http://schemas.openxmlformats.org/drawingml/2006/main" noGrp="1"/>
          </p:cNvSpPr>
          <p:nvPr/>
        </p:nvSpPr>
        <p:spPr>
          <a:xfrm xmlns:a="http://schemas.openxmlformats.org/drawingml/2006/main">
            <a:off x="285750" y="6267450"/>
            <a:ext cx="990600" cy="438150"/>
          </a:xfrm>
          <a:prstGeom xmlns:a="http://schemas.openxmlformats.org/drawingml/2006/main" prst="rect">
            <a:avLst/>
          </a:prstGeom>
          <a:solidFill xmlns:a="http://schemas.openxmlformats.org/drawingml/2006/main">
            <a:srgbClr val="C00000"/>
          </a:solidFill>
          <a:ln xmlns:a="http://schemas.openxmlformats.org/drawingml/2006/main" w="0">
            <a:solidFill>
              <a:srgbClr val="C00000"/>
            </a:solidFill>
            <a:prstDash val="solid"/>
          </a:ln>
        </p:spPr>
      </p:sp>
      <p:sp>
        <p:nvSpPr>
          <p:cNvPr id="173" name="bottom-insight-copy-band">
            <a:extLst xmlns:a="http://schemas.openxmlformats.org/drawingml/2006/main">
              <a:ext uri="{FF2B5EF4-FFF2-40B4-BE49-F238E27FC236}">
                <a16:creationId xmlns:a16="http://schemas.microsoft.com/office/drawing/2014/main" id="{CF56C11C-E983-4200-8F1F-D9406AD356F7}"/>
              </a:ext>
            </a:extLst>
          </p:cNvPr>
          <p:cNvSpPr>
            <a:spLocks xmlns:a="http://schemas.openxmlformats.org/drawingml/2006/main" noGrp="1"/>
          </p:cNvSpPr>
          <p:nvPr/>
        </p:nvSpPr>
        <p:spPr>
          <a:xfrm xmlns:a="http://schemas.openxmlformats.org/drawingml/2006/main">
            <a:off x="1333500" y="6267450"/>
            <a:ext cx="10572750" cy="438150"/>
          </a:xfrm>
          <a:prstGeom xmlns:a="http://schemas.openxmlformats.org/drawingml/2006/main" prst="rect">
            <a:avLst/>
          </a:prstGeom>
          <a:solidFill xmlns:a="http://schemas.openxmlformats.org/drawingml/2006/main">
            <a:srgbClr val="C00000"/>
          </a:solidFill>
          <a:ln xmlns:a="http://schemas.openxmlformats.org/drawingml/2006/main" w="0">
            <a:solidFill>
              <a:srgbClr val="C00000"/>
            </a:solidFill>
            <a:prstDash val="solid"/>
          </a:ln>
        </p:spPr>
      </p:sp>
      <p:sp>
        <p:nvSpPr>
          <p:cNvPr id="174" name="bottom-insight-label">
            <a:extLst xmlns:a="http://schemas.openxmlformats.org/drawingml/2006/main">
              <a:ext uri="{FF2B5EF4-FFF2-40B4-BE49-F238E27FC236}">
                <a16:creationId xmlns:a16="http://schemas.microsoft.com/office/drawing/2014/main" id="{BF0B33FD-F97A-43A2-9038-805200EEAFCE}"/>
              </a:ext>
            </a:extLst>
          </p:cNvPr>
          <p:cNvSpPr>
            <a:spLocks xmlns:a="http://schemas.openxmlformats.org/drawingml/2006/main" noGrp="1"/>
          </p:cNvSpPr>
          <p:nvPr/>
        </p:nvSpPr>
        <p:spPr>
          <a:xfrm xmlns:a="http://schemas.openxmlformats.org/drawingml/2006/main">
            <a:off x="361950" y="6286500"/>
            <a:ext cx="83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238" b="1">
                <a:solidFill>
                  <a:srgbClr val="FFFFFF"/>
                </a:solidFill>
                <a:latin typeface="Arial"/>
                <a:ea typeface="Arial"/>
                <a:cs typeface="Arial"/>
              </a:defRPr>
            </a:pPr>
            <a:r>
              <a:rPr>
                <a:latin typeface="Microsoft YaHei"/>
                <a:ea typeface="Microsoft YaHei"/>
                <a:cs typeface="Microsoft YaHei"/>
              </a:rPr>
              <a:t>洞察</a:t>
            </a:r>
          </a:p>
          <a:p xmlns:a="http://schemas.openxmlformats.org/drawingml/2006/main">
            <a:pPr algn="ctr">
              <a:defRPr sz="1238" b="1">
                <a:solidFill>
                  <a:srgbClr val="FFFFFF"/>
                </a:solidFill>
                <a:latin typeface="Arial"/>
                <a:ea typeface="Arial"/>
                <a:cs typeface="Arial"/>
              </a:defRPr>
            </a:pPr>
            <a:r>
              <a:rPr>
                <a:latin typeface="Microsoft YaHei"/>
                <a:ea typeface="Microsoft YaHei"/>
                <a:cs typeface="Microsoft YaHei"/>
              </a:rPr>
              <a:t>启示</a:t>
            </a:r>
          </a:p>
        </p:txBody>
      </p:sp>
      <p:sp>
        <p:nvSpPr>
          <p:cNvPr id="175" name="bottom-insight-copy">
            <a:extLst xmlns:a="http://schemas.openxmlformats.org/drawingml/2006/main">
              <a:ext uri="{FF2B5EF4-FFF2-40B4-BE49-F238E27FC236}">
                <a16:creationId xmlns:a16="http://schemas.microsoft.com/office/drawing/2014/main" id="{70A6D7EC-125C-47B2-A99B-1F1004D52D3B}"/>
              </a:ext>
            </a:extLst>
          </p:cNvPr>
          <p:cNvSpPr>
            <a:spLocks xmlns:a="http://schemas.openxmlformats.org/drawingml/2006/main" noGrp="1"/>
          </p:cNvSpPr>
          <p:nvPr/>
        </p:nvSpPr>
        <p:spPr>
          <a:xfrm xmlns:a="http://schemas.openxmlformats.org/drawingml/2006/main">
            <a:off x="1504950" y="6315075"/>
            <a:ext cx="10210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63" b="1">
                <a:solidFill>
                  <a:srgbClr val="FFFFFF"/>
                </a:solidFill>
                <a:latin typeface="Arial"/>
                <a:ea typeface="Arial"/>
                <a:cs typeface="Arial"/>
              </a:defRPr>
            </a:pPr>
            <a:r>
              <a:rPr>
                <a:latin typeface="Arial"/>
                <a:ea typeface="Arial"/>
                <a:cs typeface="Arial"/>
              </a:rPr>
              <a:t>Agent </a:t>
            </a:r>
            <a:r>
              <a:rPr>
                <a:latin typeface="Microsoft YaHei"/>
                <a:ea typeface="Microsoft YaHei"/>
                <a:cs typeface="Microsoft YaHei"/>
              </a:rPr>
              <a:t>的多轮工程验证，正在推动交付基础设施从一次性任务，转向可复用的执行能力与可继续的任务环境。</a:t>
            </a:r>
          </a:p>
        </p:txBody>
      </p:sp>
    </p:spTree>
    <p:extLst>
      <p:ext uri="{BB962C8B-B14F-4D97-AF65-F5344CB8AC3E}">
        <p14:creationId xmlns:p14="http://schemas.microsoft.com/office/powerpoint/2010/main" val="6961096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2026-08-04T01:49:52.2060000Z</dcterms:created>
  <dcterms:modified xsi:type="dcterms:W3CDTF">2026-08-04T01:49:52.2060000Z</dcterms:modified>
</coreProperties>
</file>