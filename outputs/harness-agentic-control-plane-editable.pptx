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dc5993cfa046d5" /><Relationship Type="http://schemas.openxmlformats.org/officeDocument/2006/relationships/extended-properties" Target="/docProps/app.xml" Id="R920a495ca1714757" /><Relationship Type="http://schemas.openxmlformats.org/officeDocument/2006/relationships/officeDocument" Target="/ppt/presentation.xml" Id="R87ae50421dd946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f0d214d07448a6"/>
  </p:sldMasterIdLst>
  <p:notesMasterIdLst>
    <p:notesMasterId xmlns:r="http://schemas.openxmlformats.org/officeDocument/2006/relationships" r:id="R10410560472b44f1"/>
  </p:notesMasterIdLst>
  <p:sldIdLst>
    <p:sldId xmlns:r="http://schemas.openxmlformats.org/officeDocument/2006/relationships" id="256" r:id="Rafb4bb1da35443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228bbf0c58407d" /><Relationship Type="http://schemas.openxmlformats.org/officeDocument/2006/relationships/slideMaster" Target="/ppt/slideMasters/slideMaster1.xml" Id="R3af0d214d07448a6" /><Relationship Type="http://schemas.openxmlformats.org/officeDocument/2006/relationships/notesMaster" Target="/ppt/notesMasters/notesMaster1.xml" Id="R10410560472b44f1" /><Relationship Type="http://schemas.openxmlformats.org/officeDocument/2006/relationships/presProps" Target="/ppt/presProps.xml" Id="R717f0b1ac47d4e3c" /><Relationship Type="http://schemas.openxmlformats.org/officeDocument/2006/relationships/tableStyles" Target="/ppt/tableStyles.xml" Id="R5f79fddd0d7a442e" /><Relationship Type="http://schemas.openxmlformats.org/officeDocument/2006/relationships/slide" Target="/ppt/slides/slide1.xml" Id="Rafb4bb1da35443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0b0f170dcf41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a9c70a9a584537" /><Relationship Type="http://schemas.openxmlformats.org/officeDocument/2006/relationships/notesMaster" Target="/ppt/notesMasters/notesMaster1.xml" Id="Re24dd5658c6643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56718d7a24a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5dbd1347464e08" /><Relationship Type="http://schemas.openxmlformats.org/officeDocument/2006/relationships/slideLayout" Target="/ppt/slideLayouts/slideLayout1.xml" Id="R04cf4eca643d4c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cf4eca643d4c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e609717b34fc3" /><Relationship Type="http://schemas.openxmlformats.org/officeDocument/2006/relationships/notesSlide" Target="/ppt/notesSlides/notesSlide1.xml" Id="Rd8ff1bd1f3d047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01-用户场景与反馈闭环-外框">
            <a:extLst xmlns:a="http://schemas.openxmlformats.org/drawingml/2006/main">
              <a:ext uri="{FF2B5EF4-FFF2-40B4-BE49-F238E27FC236}">
                <a16:creationId xmlns:a16="http://schemas.microsoft.com/office/drawing/2014/main" id="{DB5BE8A6-8506-4149-9CC0-DD530C95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"/>
            <a:ext cx="10477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7F3EA"/>
          </a:solidFill>
          <a:ln xmlns:a="http://schemas.openxmlformats.org/drawingml/2006/main" w="11906">
            <a:solidFill>
              <a:srgbClr val="A8CCB2"/>
            </a:solidFill>
            <a:prstDash val="solid"/>
          </a:ln>
        </p:spPr>
      </p:sp>
      <p:sp>
        <p:nvSpPr>
          <p:cNvPr id="2" name="01-层标题">
            <a:extLst xmlns:a="http://schemas.openxmlformats.org/drawingml/2006/main">
              <a:ext uri="{FF2B5EF4-FFF2-40B4-BE49-F238E27FC236}">
                <a16:creationId xmlns:a16="http://schemas.microsoft.com/office/drawing/2014/main" id="{0105F815-1551-422C-A123-C73A5719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7D5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F7D5B"/>
                </a:solidFill>
                <a:latin typeface="PingFang SC"/>
                <a:ea typeface="PingFang SC"/>
                <a:cs typeface="PingFang SC"/>
              </a:rPr>
              <a:t>01  用户场景与反馈闭环</a:t>
            </a:r>
          </a:p>
        </p:txBody>
      </p:sp>
      <p:sp>
        <p:nvSpPr>
          <p:cNvPr id="3" name="01-场景-1">
            <a:extLst xmlns:a="http://schemas.openxmlformats.org/drawingml/2006/main">
              <a:ext uri="{FF2B5EF4-FFF2-40B4-BE49-F238E27FC236}">
                <a16:creationId xmlns:a16="http://schemas.microsoft.com/office/drawing/2014/main" id="{E869C6F8-CFEF-4E51-8E9E-F39579E5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rPr>
              <a:t>代码与 PR</a:t>
            </a:r>
          </a:p>
        </p:txBody>
      </p:sp>
      <p:sp>
        <p:nvSpPr>
          <p:cNvPr id="4" name="01-分隔点-1">
            <a:extLst xmlns:a="http://schemas.openxmlformats.org/drawingml/2006/main">
              <a:ext uri="{FF2B5EF4-FFF2-40B4-BE49-F238E27FC236}">
                <a16:creationId xmlns:a16="http://schemas.microsoft.com/office/drawing/2014/main" id="{DF18BD54-C183-4F22-BF0F-13965A6E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0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7D5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F7D5B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5" name="01-场景-2">
            <a:extLst xmlns:a="http://schemas.openxmlformats.org/drawingml/2006/main">
              <a:ext uri="{FF2B5EF4-FFF2-40B4-BE49-F238E27FC236}">
                <a16:creationId xmlns:a16="http://schemas.microsoft.com/office/drawing/2014/main" id="{7AA7AFD0-DF46-44D6-A173-43D43868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0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rPr>
              <a:t>构建与测试</a:t>
            </a:r>
          </a:p>
        </p:txBody>
      </p:sp>
      <p:sp>
        <p:nvSpPr>
          <p:cNvPr id="6" name="01-分隔点-2">
            <a:extLst xmlns:a="http://schemas.openxmlformats.org/drawingml/2006/main">
              <a:ext uri="{FF2B5EF4-FFF2-40B4-BE49-F238E27FC236}">
                <a16:creationId xmlns:a16="http://schemas.microsoft.com/office/drawing/2014/main" id="{608FEC07-0570-4CB8-8A69-3F9A3F39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0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7D5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F7D5B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7" name="01-场景-3">
            <a:extLst xmlns:a="http://schemas.openxmlformats.org/drawingml/2006/main">
              <a:ext uri="{FF2B5EF4-FFF2-40B4-BE49-F238E27FC236}">
                <a16:creationId xmlns:a16="http://schemas.microsoft.com/office/drawing/2014/main" id="{4A1CBD9F-0CFA-4BB6-B768-6FF3CD3E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0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rPr>
              <a:t>安全与供应链</a:t>
            </a:r>
          </a:p>
        </p:txBody>
      </p:sp>
      <p:sp>
        <p:nvSpPr>
          <p:cNvPr id="8" name="01-分隔点-3">
            <a:extLst xmlns:a="http://schemas.openxmlformats.org/drawingml/2006/main">
              <a:ext uri="{FF2B5EF4-FFF2-40B4-BE49-F238E27FC236}">
                <a16:creationId xmlns:a16="http://schemas.microsoft.com/office/drawing/2014/main" id="{30E83CD9-29CD-450D-B019-01FFF79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0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7D5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F7D5B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9" name="01-场景-4">
            <a:extLst xmlns:a="http://schemas.openxmlformats.org/drawingml/2006/main">
              <a:ext uri="{FF2B5EF4-FFF2-40B4-BE49-F238E27FC236}">
                <a16:creationId xmlns:a16="http://schemas.microsoft.com/office/drawing/2014/main" id="{59798F17-E860-42D2-AF1C-00CCC1D2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rPr>
              <a:t>部署与发布</a:t>
            </a:r>
          </a:p>
        </p:txBody>
      </p:sp>
      <p:sp>
        <p:nvSpPr>
          <p:cNvPr id="10" name="01-分隔点-4">
            <a:extLst xmlns:a="http://schemas.openxmlformats.org/drawingml/2006/main">
              <a:ext uri="{FF2B5EF4-FFF2-40B4-BE49-F238E27FC236}">
                <a16:creationId xmlns:a16="http://schemas.microsoft.com/office/drawing/2014/main" id="{F4D04BA3-1024-46F7-9DD2-163A7AEF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7D5B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4F7D5B"/>
                </a:solidFill>
                <a:latin typeface="PingFang SC"/>
                <a:ea typeface="PingFang SC"/>
                <a:cs typeface="PingFang SC"/>
              </a:rPr>
              <a:t>·</a:t>
            </a:r>
          </a:p>
        </p:txBody>
      </p:sp>
      <p:sp>
        <p:nvSpPr>
          <p:cNvPr id="11" name="01-场景-5">
            <a:extLst xmlns:a="http://schemas.openxmlformats.org/drawingml/2006/main">
              <a:ext uri="{FF2B5EF4-FFF2-40B4-BE49-F238E27FC236}">
                <a16:creationId xmlns:a16="http://schemas.microsoft.com/office/drawing/2014/main" id="{CED8CF25-C60A-45B6-BC7F-2C7BB47B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0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D5131"/>
                </a:solidFill>
                <a:latin typeface="PingFang SC"/>
                <a:ea typeface="PingFang SC"/>
                <a:cs typeface="PingFang SC"/>
              </a:rPr>
              <a:t>运行与 SRE</a:t>
            </a:r>
          </a:p>
        </p:txBody>
      </p:sp>
      <p:sp>
        <p:nvSpPr>
          <p:cNvPr id="12" name="01-反馈闭环说明">
            <a:extLst xmlns:a="http://schemas.openxmlformats.org/drawingml/2006/main">
              <a:ext uri="{FF2B5EF4-FFF2-40B4-BE49-F238E27FC236}">
                <a16:creationId xmlns:a16="http://schemas.microsoft.com/office/drawing/2014/main" id="{63198776-324D-4E89-B724-98C64857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85800"/>
            <a:ext cx="971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68470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68470"/>
                </a:solidFill>
                <a:latin typeface="PingFang SC"/>
                <a:ea typeface="PingFang SC"/>
                <a:cs typeface="PingFang SC"/>
              </a:rPr>
              <a:t>结果、证据与状态持续回流，改变代码、发布策略与运行判断，触发下一轮交付</a:t>
            </a:r>
          </a:p>
        </p:txBody>
      </p:sp>
      <p:sp>
        <p:nvSpPr>
          <p:cNvPr id="13" name="02-开发者入口-外框">
            <a:extLst xmlns:a="http://schemas.openxmlformats.org/drawingml/2006/main">
              <a:ext uri="{FF2B5EF4-FFF2-40B4-BE49-F238E27FC236}">
                <a16:creationId xmlns:a16="http://schemas.microsoft.com/office/drawing/2014/main" id="{871174C5-CCD3-49D2-A887-3FE49B0D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71550"/>
            <a:ext cx="10477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1906">
            <a:solidFill>
              <a:srgbClr val="C2D0E0"/>
            </a:solidFill>
            <a:prstDash val="solid"/>
          </a:ln>
        </p:spPr>
      </p:sp>
      <p:sp>
        <p:nvSpPr>
          <p:cNvPr id="14" name="02-层标题">
            <a:extLst xmlns:a="http://schemas.openxmlformats.org/drawingml/2006/main">
              <a:ext uri="{FF2B5EF4-FFF2-40B4-BE49-F238E27FC236}">
                <a16:creationId xmlns:a16="http://schemas.microsoft.com/office/drawing/2014/main" id="{4BF486DA-C75E-4637-8E72-8F6A9BC6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1917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A9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A91"/>
                </a:solidFill>
                <a:latin typeface="PingFang SC"/>
                <a:ea typeface="PingFang SC"/>
                <a:cs typeface="PingFang SC"/>
              </a:rPr>
              <a:t>02  开发者入口</a:t>
            </a:r>
          </a:p>
        </p:txBody>
      </p:sp>
      <p:sp>
        <p:nvSpPr>
          <p:cNvPr id="15" name="02-入口-1">
            <a:extLst xmlns:a="http://schemas.openxmlformats.org/drawingml/2006/main">
              <a:ext uri="{FF2B5EF4-FFF2-40B4-BE49-F238E27FC236}">
                <a16:creationId xmlns:a16="http://schemas.microsoft.com/office/drawing/2014/main" id="{0CD3FC59-1AEA-4EF4-A60E-3B8E65E2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96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3A63"/>
                </a:solidFill>
                <a:latin typeface="PingFang SC"/>
                <a:ea typeface="PingFang SC"/>
                <a:cs typeface="PingFang SC"/>
              </a:rPr>
              <a:t>Harness UI</a:t>
            </a:r>
          </a:p>
        </p:txBody>
      </p:sp>
      <p:sp>
        <p:nvSpPr>
          <p:cNvPr id="16" name="02-入口-2">
            <a:extLst xmlns:a="http://schemas.openxmlformats.org/drawingml/2006/main">
              <a:ext uri="{FF2B5EF4-FFF2-40B4-BE49-F238E27FC236}">
                <a16:creationId xmlns:a16="http://schemas.microsoft.com/office/drawing/2014/main" id="{8910A3B1-E933-4EF0-BC44-67535F73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2096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3A63"/>
                </a:solidFill>
                <a:latin typeface="PingFang SC"/>
                <a:ea typeface="PingFang SC"/>
                <a:cs typeface="PingFang SC"/>
              </a:rPr>
              <a:t>VS Code</a:t>
            </a:r>
          </a:p>
        </p:txBody>
      </p:sp>
      <p:sp>
        <p:nvSpPr>
          <p:cNvPr id="17" name="02-入口-3">
            <a:extLst xmlns:a="http://schemas.openxmlformats.org/drawingml/2006/main">
              <a:ext uri="{FF2B5EF4-FFF2-40B4-BE49-F238E27FC236}">
                <a16:creationId xmlns:a16="http://schemas.microsoft.com/office/drawing/2014/main" id="{56453733-5A6B-413C-B39F-D9065A66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096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3A63"/>
                </a:solidFill>
                <a:latin typeface="PingFang SC"/>
                <a:ea typeface="PingFang SC"/>
                <a:cs typeface="PingFang SC"/>
              </a:rPr>
              <a:t>MCP Client + Skills</a:t>
            </a:r>
          </a:p>
        </p:txBody>
      </p:sp>
      <p:sp>
        <p:nvSpPr>
          <p:cNvPr id="18" name="02-入口-4">
            <a:extLst xmlns:a="http://schemas.openxmlformats.org/drawingml/2006/main">
              <a:ext uri="{FF2B5EF4-FFF2-40B4-BE49-F238E27FC236}">
                <a16:creationId xmlns:a16="http://schemas.microsoft.com/office/drawing/2014/main" id="{DB29E7E8-C8B9-4EB2-AADA-E722BFB9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20967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3A6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3A63"/>
                </a:solidFill>
                <a:latin typeface="PingFang SC"/>
                <a:ea typeface="PingFang SC"/>
                <a:cs typeface="PingFang SC"/>
              </a:rPr>
              <a:t>CLI 3.0 Beta</a:t>
            </a:r>
          </a:p>
        </p:txBody>
      </p:sp>
      <p:sp>
        <p:nvSpPr>
          <p:cNvPr id="19" name="02-访问边界">
            <a:extLst xmlns:a="http://schemas.openxmlformats.org/drawingml/2006/main">
              <a:ext uri="{FF2B5EF4-FFF2-40B4-BE49-F238E27FC236}">
                <a16:creationId xmlns:a16="http://schemas.microsoft.com/office/drawing/2014/main" id="{D189993C-6827-4EB6-A14D-27106DE5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57325"/>
            <a:ext cx="1047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F809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F8093"/>
                </a:solidFill>
                <a:latin typeface="PingFang SC"/>
                <a:ea typeface="PingFang SC"/>
                <a:cs typeface="PingFang SC"/>
              </a:rPr>
              <a:t>访问边界：用户 / 服务账号 · OAuth / PAT · RBAC</a:t>
            </a:r>
          </a:p>
        </p:txBody>
      </p:sp>
      <p:sp>
        <p:nvSpPr>
          <p:cNvPr id="20" name="03-智能体组合-外框">
            <a:extLst xmlns:a="http://schemas.openxmlformats.org/drawingml/2006/main">
              <a:ext uri="{FF2B5EF4-FFF2-40B4-BE49-F238E27FC236}">
                <a16:creationId xmlns:a16="http://schemas.microsoft.com/office/drawing/2014/main" id="{B37712EC-D54A-4077-A67A-0BC897A4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4775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EBC6AD"/>
            </a:solidFill>
            <a:prstDash val="solid"/>
          </a:ln>
        </p:spPr>
      </p:sp>
      <p:sp>
        <p:nvSpPr>
          <p:cNvPr id="21" name="03-层标题">
            <a:extLst xmlns:a="http://schemas.openxmlformats.org/drawingml/2006/main">
              <a:ext uri="{FF2B5EF4-FFF2-40B4-BE49-F238E27FC236}">
                <a16:creationId xmlns:a16="http://schemas.microsoft.com/office/drawing/2014/main" id="{C258F277-85AC-4E31-9219-0A03E793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C5B3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C5B36"/>
                </a:solidFill>
                <a:latin typeface="PingFang SC"/>
                <a:ea typeface="PingFang SC"/>
                <a:cs typeface="PingFang SC"/>
              </a:rPr>
              <a:t>03  智能体组合</a:t>
            </a:r>
          </a:p>
        </p:txBody>
      </p:sp>
      <p:sp>
        <p:nvSpPr>
          <p:cNvPr id="22" name="03-层说明">
            <a:extLst xmlns:a="http://schemas.openxmlformats.org/drawingml/2006/main">
              <a:ext uri="{FF2B5EF4-FFF2-40B4-BE49-F238E27FC236}">
                <a16:creationId xmlns:a16="http://schemas.microsoft.com/office/drawing/2014/main" id="{C8F8FDFB-583E-4139-96C9-6F2AA2D2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9C5B36">
                    <a:alpha val="80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9C5B36">
                    <a:alpha val="80000"/>
                  </a:srgbClr>
                </a:solidFill>
                <a:latin typeface="PingFang SC"/>
                <a:ea typeface="PingFang SC"/>
                <a:cs typeface="PingFang SC"/>
              </a:rPr>
              <a:t>职责不同，模型、权限与运行位置不必相同</a:t>
            </a:r>
          </a:p>
        </p:txBody>
      </p:sp>
      <p:sp>
        <p:nvSpPr>
          <p:cNvPr id="23" name="03-DevOps-底色">
            <a:extLst xmlns:a="http://schemas.openxmlformats.org/drawingml/2006/main">
              <a:ext uri="{FF2B5EF4-FFF2-40B4-BE49-F238E27FC236}">
                <a16:creationId xmlns:a16="http://schemas.microsoft.com/office/drawing/2014/main" id="{AA165540-AB33-47AF-942C-1214CE31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81225"/>
            <a:ext cx="3340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03-DevOps-类型">
            <a:extLst xmlns:a="http://schemas.openxmlformats.org/drawingml/2006/main">
              <a:ext uri="{FF2B5EF4-FFF2-40B4-BE49-F238E27FC236}">
                <a16:creationId xmlns:a16="http://schemas.microsoft.com/office/drawing/2014/main" id="{A158F9DE-5018-42E1-B32F-0D39E45D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57425"/>
            <a:ext cx="314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65B31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A65B31"/>
                </a:solidFill>
                <a:latin typeface="PingFang SC"/>
                <a:ea typeface="PingFang SC"/>
                <a:cs typeface="PingFang SC"/>
              </a:rPr>
              <a:t>平台配置与运维智能体</a:t>
            </a:r>
          </a:p>
        </p:txBody>
      </p:sp>
      <p:sp>
        <p:nvSpPr>
          <p:cNvPr id="25" name="03-DevOps-名称">
            <a:extLst xmlns:a="http://schemas.openxmlformats.org/drawingml/2006/main">
              <a:ext uri="{FF2B5EF4-FFF2-40B4-BE49-F238E27FC236}">
                <a16:creationId xmlns:a16="http://schemas.microsoft.com/office/drawing/2014/main" id="{5C99DA5E-4840-4903-9840-ADDBB6E1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314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43417"/>
                </a:solidFill>
                <a:latin typeface="PingFang SC"/>
                <a:ea typeface="PingFang SC"/>
                <a:cs typeface="PingFang SC"/>
              </a:rPr>
              <a:t>DevOps Agent</a:t>
            </a:r>
          </a:p>
        </p:txBody>
      </p:sp>
      <p:sp>
        <p:nvSpPr>
          <p:cNvPr id="26" name="03-DevOps-职责">
            <a:extLst xmlns:a="http://schemas.openxmlformats.org/drawingml/2006/main">
              <a:ext uri="{FF2B5EF4-FFF2-40B4-BE49-F238E27FC236}">
                <a16:creationId xmlns:a16="http://schemas.microsoft.com/office/drawing/2014/main" id="{B9E9A151-443D-4968-B2CF-08688725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33675"/>
            <a:ext cx="314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rPr>
              <a:t>创建或修改交付配置与平台资源</a:t>
            </a:r>
          </a:p>
          <a:p xmlns:a="http://schemas.openxmlformats.org/drawingml/2006/main">
            <a:pPr algn="ctr">
              <a:def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rPr>
              <a:t>Pipeline · Service · Environment · OPA · GitOps</a:t>
            </a:r>
          </a:p>
        </p:txBody>
      </p:sp>
      <p:sp>
        <p:nvSpPr>
          <p:cNvPr id="27" name="03-DevOps-边界">
            <a:extLst xmlns:a="http://schemas.openxmlformats.org/drawingml/2006/main">
              <a:ext uri="{FF2B5EF4-FFF2-40B4-BE49-F238E27FC236}">
                <a16:creationId xmlns:a16="http://schemas.microsoft.com/office/drawing/2014/main" id="{067A165C-69ED-49BF-8ECE-2291AFF9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318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8E6A5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8E6A55"/>
                </a:solidFill>
                <a:latin typeface="PingFang SC"/>
                <a:ea typeface="PingFang SC"/>
                <a:cs typeface="PingFang SC"/>
              </a:rPr>
              <a:t>边界：用户确认 · 模块 RBAC · 资源变更留痕</a:t>
            </a:r>
          </a:p>
        </p:txBody>
      </p:sp>
      <p:sp>
        <p:nvSpPr>
          <p:cNvPr id="28" name="03-Worker-底色">
            <a:extLst xmlns:a="http://schemas.openxmlformats.org/drawingml/2006/main">
              <a:ext uri="{FF2B5EF4-FFF2-40B4-BE49-F238E27FC236}">
                <a16:creationId xmlns:a16="http://schemas.microsoft.com/office/drawing/2014/main" id="{63C32581-E349-41F6-AEAD-40290ED3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181225"/>
            <a:ext cx="3340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03-Worker-类型">
            <a:extLst xmlns:a="http://schemas.openxmlformats.org/drawingml/2006/main">
              <a:ext uri="{FF2B5EF4-FFF2-40B4-BE49-F238E27FC236}">
                <a16:creationId xmlns:a16="http://schemas.microsoft.com/office/drawing/2014/main" id="{9EEBB5B7-4E48-41B6-99F0-013E1302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257425"/>
            <a:ext cx="314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65B31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A65B31"/>
                </a:solidFill>
                <a:latin typeface="PingFang SC"/>
                <a:ea typeface="PingFang SC"/>
                <a:cs typeface="PingFang SC"/>
              </a:rPr>
              <a:t>流水线工作智能体</a:t>
            </a:r>
          </a:p>
        </p:txBody>
      </p:sp>
      <p:sp>
        <p:nvSpPr>
          <p:cNvPr id="30" name="03-Worker-名称">
            <a:extLst xmlns:a="http://schemas.openxmlformats.org/drawingml/2006/main">
              <a:ext uri="{FF2B5EF4-FFF2-40B4-BE49-F238E27FC236}">
                <a16:creationId xmlns:a16="http://schemas.microsoft.com/office/drawing/2014/main" id="{6E3E8224-8AEA-4204-8FA8-F6347A6C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400300"/>
            <a:ext cx="314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43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743417"/>
                </a:solidFill>
                <a:latin typeface="PingFang SC"/>
                <a:ea typeface="PingFang SC"/>
                <a:cs typeface="PingFang SC"/>
              </a:rPr>
              <a:t>Worker Agents</a:t>
            </a:r>
          </a:p>
        </p:txBody>
      </p:sp>
      <p:sp>
        <p:nvSpPr>
          <p:cNvPr id="31" name="03-Worker-职责">
            <a:extLst xmlns:a="http://schemas.openxmlformats.org/drawingml/2006/main">
              <a:ext uri="{FF2B5EF4-FFF2-40B4-BE49-F238E27FC236}">
                <a16:creationId xmlns:a16="http://schemas.microsoft.com/office/drawing/2014/main" id="{782755BF-DE67-4B34-8186-2744BE0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2733675"/>
            <a:ext cx="314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rPr>
              <a:t>在 Pipeline Agent Step 中多轮分析</a:t>
            </a:r>
          </a:p>
          <a:p xmlns:a="http://schemas.openxmlformats.org/drawingml/2006/main">
            <a:pPr algn="ctr">
              <a:def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rPr>
              <a:t>调用工具并输出结构化结果</a:t>
            </a:r>
          </a:p>
        </p:txBody>
      </p:sp>
      <p:sp>
        <p:nvSpPr>
          <p:cNvPr id="32" name="03-Worker-边界">
            <a:extLst xmlns:a="http://schemas.openxmlformats.org/drawingml/2006/main">
              <a:ext uri="{FF2B5EF4-FFF2-40B4-BE49-F238E27FC236}">
                <a16:creationId xmlns:a16="http://schemas.microsoft.com/office/drawing/2014/main" id="{9B4FDD55-3EA2-44FC-9AD6-3D86CA71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50" y="3200400"/>
            <a:ext cx="318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8E6A5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8E6A55"/>
                </a:solidFill>
                <a:latin typeface="PingFang SC"/>
                <a:ea typeface="PingFang SC"/>
                <a:cs typeface="PingFang SC"/>
              </a:rPr>
              <a:t>边界：Scoped Token* · Turn / Cost / Tool Scope</a:t>
            </a:r>
          </a:p>
        </p:txBody>
      </p:sp>
      <p:sp>
        <p:nvSpPr>
          <p:cNvPr id="33" name="03-专项-底色">
            <a:extLst xmlns:a="http://schemas.openxmlformats.org/drawingml/2006/main">
              <a:ext uri="{FF2B5EF4-FFF2-40B4-BE49-F238E27FC236}">
                <a16:creationId xmlns:a16="http://schemas.microsoft.com/office/drawing/2014/main" id="{7C5B6DC8-D9F3-4CD8-B9BF-893A7427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7000" y="2181225"/>
            <a:ext cx="3340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03-专项-类型">
            <a:extLst xmlns:a="http://schemas.openxmlformats.org/drawingml/2006/main">
              <a:ext uri="{FF2B5EF4-FFF2-40B4-BE49-F238E27FC236}">
                <a16:creationId xmlns:a16="http://schemas.microsoft.com/office/drawing/2014/main" id="{1EE13506-1A1B-4143-919E-B97242DD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2257425"/>
            <a:ext cx="3149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A65B31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A65B31"/>
                </a:solidFill>
                <a:latin typeface="PingFang SC"/>
                <a:ea typeface="PingFang SC"/>
                <a:cs typeface="PingFang SC"/>
              </a:rPr>
              <a:t>领域专项智能体</a:t>
            </a:r>
          </a:p>
        </p:txBody>
      </p:sp>
      <p:sp>
        <p:nvSpPr>
          <p:cNvPr id="35" name="03-专项-名称">
            <a:extLst xmlns:a="http://schemas.openxmlformats.org/drawingml/2006/main">
              <a:ext uri="{FF2B5EF4-FFF2-40B4-BE49-F238E27FC236}">
                <a16:creationId xmlns:a16="http://schemas.microsoft.com/office/drawing/2014/main" id="{2D6F7ECF-D7B4-4092-9C93-FFA1EF5B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2400300"/>
            <a:ext cx="314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912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743417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743417"/>
                </a:solidFill>
                <a:latin typeface="PingFang SC"/>
                <a:ea typeface="PingFang SC"/>
                <a:cs typeface="PingFang SC"/>
              </a:rPr>
              <a:t>Code · Test · Security</a:t>
            </a:r>
          </a:p>
          <a:p xmlns:a="http://schemas.openxmlformats.org/drawingml/2006/main">
            <a:pPr algn="ctr">
              <a:defRPr sz="1088" b="1">
                <a:solidFill>
                  <a:srgbClr val="743417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743417"/>
                </a:solidFill>
                <a:latin typeface="PingFang SC"/>
                <a:ea typeface="PingFang SC"/>
                <a:cs typeface="PingFang SC"/>
              </a:rPr>
              <a:t>FME · AI SRE</a:t>
            </a:r>
          </a:p>
        </p:txBody>
      </p:sp>
      <p:sp>
        <p:nvSpPr>
          <p:cNvPr id="36" name="03-专项-职责">
            <a:extLst xmlns:a="http://schemas.openxmlformats.org/drawingml/2006/main">
              <a:ext uri="{FF2B5EF4-FFF2-40B4-BE49-F238E27FC236}">
                <a16:creationId xmlns:a16="http://schemas.microsoft.com/office/drawing/2014/main" id="{3375EB5B-5E11-494F-B4B2-FAA73E59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2733675"/>
            <a:ext cx="314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rPr>
              <a:t>覆盖代码、测试、安全与 FME</a:t>
            </a:r>
          </a:p>
          <a:p xmlns:a="http://schemas.openxmlformats.org/drawingml/2006/main">
            <a:pPr algn="ctr">
              <a:def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4E43"/>
                </a:solidFill>
                <a:latin typeface="PingFang SC"/>
                <a:ea typeface="PingFang SC"/>
                <a:cs typeface="PingFang SC"/>
              </a:rPr>
              <a:t>产出评审、修复、实验总结与 RCA</a:t>
            </a:r>
          </a:p>
        </p:txBody>
      </p:sp>
      <p:sp>
        <p:nvSpPr>
          <p:cNvPr id="37" name="03-专项-边界">
            <a:extLst xmlns:a="http://schemas.openxmlformats.org/drawingml/2006/main">
              <a:ext uri="{FF2B5EF4-FFF2-40B4-BE49-F238E27FC236}">
                <a16:creationId xmlns:a16="http://schemas.microsoft.com/office/drawing/2014/main" id="{CF029F2E-5158-4E52-995E-A8CB426F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3200" y="3200400"/>
            <a:ext cx="318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45" b="0">
                <a:solidFill>
                  <a:srgbClr val="8E6A55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8E6A55"/>
                </a:solidFill>
                <a:latin typeface="PingFang SC"/>
                <a:ea typeface="PingFang SC"/>
                <a:cs typeface="PingFang SC"/>
              </a:rPr>
              <a:t>边界：模块凭据 · 结果 / 日志 · Runtime varies</a:t>
            </a:r>
          </a:p>
        </p:txBody>
      </p:sp>
      <p:sp>
        <p:nvSpPr>
          <p:cNvPr id="38" name="04-智能体能力支撑-外框">
            <a:extLst xmlns:a="http://schemas.openxmlformats.org/drawingml/2006/main">
              <a:ext uri="{FF2B5EF4-FFF2-40B4-BE49-F238E27FC236}">
                <a16:creationId xmlns:a16="http://schemas.microsoft.com/office/drawing/2014/main" id="{5B259ADE-BD56-4058-9D6C-FE12686D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0477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1DBE5"/>
            </a:solidFill>
            <a:prstDash val="solid"/>
          </a:ln>
        </p:spPr>
      </p:sp>
      <p:sp>
        <p:nvSpPr>
          <p:cNvPr id="39" name="04-层标题">
            <a:extLst xmlns:a="http://schemas.openxmlformats.org/drawingml/2006/main">
              <a:ext uri="{FF2B5EF4-FFF2-40B4-BE49-F238E27FC236}">
                <a16:creationId xmlns:a16="http://schemas.microsoft.com/office/drawing/2014/main" id="{8FFF23ED-9BE2-46EE-BEBF-C179FD36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A8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596A86"/>
                </a:solidFill>
                <a:latin typeface="PingFang SC"/>
                <a:ea typeface="PingFang SC"/>
                <a:cs typeface="PingFang SC"/>
              </a:rPr>
              <a:t>04  智能体能力支撑</a:t>
            </a:r>
          </a:p>
        </p:txBody>
      </p:sp>
      <p:sp>
        <p:nvSpPr>
          <p:cNvPr id="40" name="04-层说明">
            <a:extLst xmlns:a="http://schemas.openxmlformats.org/drawingml/2006/main">
              <a:ext uri="{FF2B5EF4-FFF2-40B4-BE49-F238E27FC236}">
                <a16:creationId xmlns:a16="http://schemas.microsoft.com/office/drawing/2014/main" id="{751F31A0-5551-4567-B6E9-EF5EB638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6A86">
                    <a:alpha val="80000"/>
                  </a:srgbClr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596A86">
                    <a:alpha val="80000"/>
                  </a:srgbClr>
                </a:solidFill>
                <a:latin typeface="PingFang SC"/>
                <a:ea typeface="PingFang SC"/>
                <a:cs typeface="PingFang SC"/>
              </a:rPr>
              <a:t>知识回答“知道什么”，工具决定“能够做什么”</a:t>
            </a:r>
          </a:p>
        </p:txBody>
      </p:sp>
      <p:sp>
        <p:nvSpPr>
          <p:cNvPr id="41" name="04-上下文与知识-底色">
            <a:extLst xmlns:a="http://schemas.openxmlformats.org/drawingml/2006/main">
              <a:ext uri="{FF2B5EF4-FFF2-40B4-BE49-F238E27FC236}">
                <a16:creationId xmlns:a16="http://schemas.microsoft.com/office/drawing/2014/main" id="{0B312615-C280-4419-A0C9-135E21E7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50577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E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04-上下文与知识-标题">
            <a:extLst xmlns:a="http://schemas.openxmlformats.org/drawingml/2006/main">
              <a:ext uri="{FF2B5EF4-FFF2-40B4-BE49-F238E27FC236}">
                <a16:creationId xmlns:a16="http://schemas.microsoft.com/office/drawing/2014/main" id="{7CBB2BFC-063E-495A-BF18-08E636A1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4905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6639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76639B"/>
                </a:solidFill>
                <a:latin typeface="PingFang SC"/>
                <a:ea typeface="PingFang SC"/>
                <a:cs typeface="PingFang SC"/>
              </a:rPr>
              <a:t>上下文与知识</a:t>
            </a:r>
          </a:p>
        </p:txBody>
      </p:sp>
      <p:sp>
        <p:nvSpPr>
          <p:cNvPr id="43" name="04-上下文与知识-主信息">
            <a:extLst xmlns:a="http://schemas.openxmlformats.org/drawingml/2006/main">
              <a:ext uri="{FF2B5EF4-FFF2-40B4-BE49-F238E27FC236}">
                <a16:creationId xmlns:a16="http://schemas.microsoft.com/office/drawing/2014/main" id="{97E34156-1774-4155-8949-FE84C261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767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56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40315F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40315F"/>
                </a:solidFill>
                <a:latin typeface="PingFang SC"/>
                <a:ea typeface="PingFang SC"/>
                <a:cs typeface="PingFang SC"/>
              </a:rPr>
              <a:t>软件交付知识图谱 · HQL</a:t>
            </a:r>
          </a:p>
          <a:p xmlns:a="http://schemas.openxmlformats.org/drawingml/2006/main">
            <a:pPr algn="ctr">
              <a:defRPr sz="1088" b="1">
                <a:solidFill>
                  <a:srgbClr val="40315F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40315F"/>
                </a:solidFill>
                <a:latin typeface="PingFang SC"/>
                <a:ea typeface="PingFang SC"/>
                <a:cs typeface="PingFang SC"/>
              </a:rPr>
              <a:t>Pipeline Context</a:t>
            </a:r>
          </a:p>
        </p:txBody>
      </p:sp>
      <p:sp>
        <p:nvSpPr>
          <p:cNvPr id="44" name="04-上下文与知识-说明">
            <a:extLst xmlns:a="http://schemas.openxmlformats.org/drawingml/2006/main">
              <a:ext uri="{FF2B5EF4-FFF2-40B4-BE49-F238E27FC236}">
                <a16:creationId xmlns:a16="http://schemas.microsoft.com/office/drawing/2014/main" id="{F3C8EE08-D0EF-46CF-8545-B1280930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90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706983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706983"/>
                </a:solidFill>
                <a:latin typeface="PingFang SC"/>
                <a:ea typeface="PingFang SC"/>
                <a:cs typeface="PingFang SC"/>
              </a:rPr>
              <a:t>读取 · 查询 · 分析 · Scope 控制</a:t>
            </a:r>
          </a:p>
        </p:txBody>
      </p:sp>
      <p:sp>
        <p:nvSpPr>
          <p:cNvPr id="45" name="04-工具与动作-底色">
            <a:extLst xmlns:a="http://schemas.openxmlformats.org/drawingml/2006/main">
              <a:ext uri="{FF2B5EF4-FFF2-40B4-BE49-F238E27FC236}">
                <a16:creationId xmlns:a16="http://schemas.microsoft.com/office/drawing/2014/main" id="{826564B9-32E7-42DE-A006-5C355ED1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105275"/>
            <a:ext cx="50577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04-工具与动作-标题">
            <a:extLst xmlns:a="http://schemas.openxmlformats.org/drawingml/2006/main">
              <a:ext uri="{FF2B5EF4-FFF2-40B4-BE49-F238E27FC236}">
                <a16:creationId xmlns:a16="http://schemas.microsoft.com/office/drawing/2014/main" id="{B0B94528-BCE5-44AD-8DF1-BBF5F4D9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52900"/>
            <a:ext cx="4905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417980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417980"/>
                </a:solidFill>
                <a:latin typeface="PingFang SC"/>
                <a:ea typeface="PingFang SC"/>
                <a:cs typeface="PingFang SC"/>
              </a:rPr>
              <a:t>工具与动作</a:t>
            </a:r>
          </a:p>
        </p:txBody>
      </p:sp>
      <p:sp>
        <p:nvSpPr>
          <p:cNvPr id="47" name="04-工具与动作-主信息">
            <a:extLst xmlns:a="http://schemas.openxmlformats.org/drawingml/2006/main">
              <a:ext uri="{FF2B5EF4-FFF2-40B4-BE49-F238E27FC236}">
                <a16:creationId xmlns:a16="http://schemas.microsoft.com/office/drawing/2014/main" id="{6C2A83F6-2D8B-44C7-9C47-4A184D46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76725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56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E596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5961"/>
                </a:solidFill>
                <a:latin typeface="PingFang SC"/>
                <a:ea typeface="PingFang SC"/>
                <a:cs typeface="PingFang SC"/>
              </a:rPr>
              <a:t>Harness / 第三方 MCP</a:t>
            </a:r>
          </a:p>
          <a:p xmlns:a="http://schemas.openxmlformats.org/drawingml/2006/main">
            <a:pPr algn="ctr">
              <a:defRPr sz="1088" b="1">
                <a:solidFill>
                  <a:srgbClr val="1E5961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E5961"/>
                </a:solidFill>
                <a:latin typeface="PingFang SC"/>
                <a:ea typeface="PingFang SC"/>
                <a:cs typeface="PingFang SC"/>
              </a:rPr>
              <a:t>Connector · API</a:t>
            </a:r>
          </a:p>
        </p:txBody>
      </p:sp>
      <p:sp>
        <p:nvSpPr>
          <p:cNvPr id="48" name="04-工具与动作-说明">
            <a:extLst xmlns:a="http://schemas.openxmlformats.org/drawingml/2006/main">
              <a:ext uri="{FF2B5EF4-FFF2-40B4-BE49-F238E27FC236}">
                <a16:creationId xmlns:a16="http://schemas.microsoft.com/office/drawing/2014/main" id="{5085FD5F-17E3-4FEC-9395-06B329F1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629150"/>
            <a:ext cx="4905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60" b="0">
                <a:solidFill>
                  <a:srgbClr val="5D7B7F"/>
                </a:solidFill>
                <a:latin typeface="PingFang SC"/>
                <a:ea typeface="PingFang SC"/>
                <a:cs typeface="PingFang SC"/>
              </a:defRPr>
            </a:pPr>
            <a:r>
              <a:rPr sz="660" b="0">
                <a:solidFill>
                  <a:srgbClr val="5D7B7F"/>
                </a:solidFill>
                <a:latin typeface="PingFang SC"/>
                <a:ea typeface="PingFang SC"/>
                <a:cs typeface="PingFang SC"/>
              </a:rPr>
              <a:t>凭据授权 · 请求与资源变更留痕</a:t>
            </a:r>
          </a:p>
        </p:txBody>
      </p:sp>
      <p:sp>
        <p:nvSpPr>
          <p:cNvPr id="49" name="05-交付流程编排-外框">
            <a:extLst xmlns:a="http://schemas.openxmlformats.org/drawingml/2006/main">
              <a:ext uri="{FF2B5EF4-FFF2-40B4-BE49-F238E27FC236}">
                <a16:creationId xmlns:a16="http://schemas.microsoft.com/office/drawing/2014/main" id="{D6D9A91B-061E-41E8-B237-B554E674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477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83B64"/>
          </a:solidFill>
          <a:ln xmlns:a="http://schemas.openxmlformats.org/drawingml/2006/main" w="11906">
            <a:solidFill>
              <a:srgbClr val="183B64"/>
            </a:solidFill>
            <a:prstDash val="solid"/>
          </a:ln>
        </p:spPr>
      </p:sp>
      <p:sp>
        <p:nvSpPr>
          <p:cNvPr id="50" name="05-层标题">
            <a:extLst xmlns:a="http://schemas.openxmlformats.org/drawingml/2006/main">
              <a:ext uri="{FF2B5EF4-FFF2-40B4-BE49-F238E27FC236}">
                <a16:creationId xmlns:a16="http://schemas.microsoft.com/office/drawing/2014/main" id="{17EEFA2B-0C50-4BA1-8C1C-EA599AB4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047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FD2E8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FD2E8"/>
                </a:solidFill>
                <a:latin typeface="PingFang SC"/>
                <a:ea typeface="PingFang SC"/>
                <a:cs typeface="PingFang SC"/>
              </a:rPr>
              <a:t>05  交付流程编排</a:t>
            </a:r>
          </a:p>
        </p:txBody>
      </p:sp>
      <p:sp>
        <p:nvSpPr>
          <p:cNvPr id="51" name="05-Pipeline-能力">
            <a:extLst xmlns:a="http://schemas.openxmlformats.org/drawingml/2006/main">
              <a:ext uri="{FF2B5EF4-FFF2-40B4-BE49-F238E27FC236}">
                <a16:creationId xmlns:a16="http://schemas.microsoft.com/office/drawing/2014/main" id="{02C64911-6357-4929-ABA6-C2DD4002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4827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Pipeline　·　DAG　·　条件 / 并行　·　审批 / OPA　·　重试 / 失败策略 / 回滚</a:t>
            </a:r>
          </a:p>
        </p:txBody>
      </p:sp>
      <p:sp>
        <p:nvSpPr>
          <p:cNvPr id="52" name="05-Pipeline-说明">
            <a:extLst xmlns:a="http://schemas.openxmlformats.org/drawingml/2006/main">
              <a:ext uri="{FF2B5EF4-FFF2-40B4-BE49-F238E27FC236}">
                <a16:creationId xmlns:a16="http://schemas.microsoft.com/office/drawing/2014/main" id="{B016A32A-7D3F-409E-8F22-D5EB3C64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24500"/>
            <a:ext cx="10001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C4D3E3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C4D3E3"/>
                </a:solidFill>
                <a:latin typeface="PingFang SC"/>
                <a:ea typeface="PingFang SC"/>
                <a:cs typeface="PingFang SC"/>
              </a:rPr>
              <a:t>Agent 输出进入确定性流程；Stage / Step 状态、日志与审批记录在此汇聚</a:t>
            </a:r>
          </a:p>
        </p:txBody>
      </p:sp>
      <p:sp>
        <p:nvSpPr>
          <p:cNvPr id="53" name="06-运行基础设施-外框">
            <a:extLst xmlns:a="http://schemas.openxmlformats.org/drawingml/2006/main">
              <a:ext uri="{FF2B5EF4-FFF2-40B4-BE49-F238E27FC236}">
                <a16:creationId xmlns:a16="http://schemas.microsoft.com/office/drawing/2014/main" id="{6CEC4826-C28F-43B7-84D3-D9F0C57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477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0F2F5"/>
          </a:solidFill>
          <a:ln xmlns:a="http://schemas.openxmlformats.org/drawingml/2006/main" w="11906">
            <a:solidFill>
              <a:srgbClr val="CCD4DE"/>
            </a:solidFill>
            <a:prstDash val="solid"/>
          </a:ln>
        </p:spPr>
      </p:sp>
      <p:sp>
        <p:nvSpPr>
          <p:cNvPr id="54" name="06-层标题">
            <a:extLst xmlns:a="http://schemas.openxmlformats.org/drawingml/2006/main">
              <a:ext uri="{FF2B5EF4-FFF2-40B4-BE49-F238E27FC236}">
                <a16:creationId xmlns:a16="http://schemas.microsoft.com/office/drawing/2014/main" id="{13329D82-BEAB-4C80-B842-AA52DEBC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D7987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D7987"/>
                </a:solidFill>
                <a:latin typeface="PingFang SC"/>
                <a:ea typeface="PingFang SC"/>
                <a:cs typeface="PingFang SC"/>
              </a:rPr>
              <a:t>06  运行基础设施</a:t>
            </a:r>
          </a:p>
        </p:txBody>
      </p:sp>
      <p:sp>
        <p:nvSpPr>
          <p:cNvPr id="55" name="06-运行位置-1">
            <a:extLst xmlns:a="http://schemas.openxmlformats.org/drawingml/2006/main">
              <a:ext uri="{FF2B5EF4-FFF2-40B4-BE49-F238E27FC236}">
                <a16:creationId xmlns:a16="http://schemas.microsoft.com/office/drawing/2014/main" id="{C5C9EB34-0FB2-44A4-9A54-A05A9C0A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349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49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495F"/>
                </a:solidFill>
                <a:latin typeface="PingFang SC"/>
                <a:ea typeface="PingFang SC"/>
                <a:cs typeface="PingFang SC"/>
              </a:rPr>
              <a:t>Harness Cloud</a:t>
            </a:r>
          </a:p>
        </p:txBody>
      </p:sp>
      <p:sp>
        <p:nvSpPr>
          <p:cNvPr id="56" name="06-运行位置-2">
            <a:extLst xmlns:a="http://schemas.openxmlformats.org/drawingml/2006/main">
              <a:ext uri="{FF2B5EF4-FFF2-40B4-BE49-F238E27FC236}">
                <a16:creationId xmlns:a16="http://schemas.microsoft.com/office/drawing/2014/main" id="{6018B16D-3087-4F57-B812-ED2DBD47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6096000"/>
            <a:ext cx="349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49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495F"/>
                </a:solidFill>
                <a:latin typeface="PingFang SC"/>
                <a:ea typeface="PingFang SC"/>
                <a:cs typeface="PingFang SC"/>
              </a:rPr>
              <a:t>Delegate</a:t>
            </a:r>
          </a:p>
        </p:txBody>
      </p:sp>
      <p:sp>
        <p:nvSpPr>
          <p:cNvPr id="57" name="06-运行位置-3">
            <a:extLst xmlns:a="http://schemas.openxmlformats.org/drawingml/2006/main">
              <a:ext uri="{FF2B5EF4-FFF2-40B4-BE49-F238E27FC236}">
                <a16:creationId xmlns:a16="http://schemas.microsoft.com/office/drawing/2014/main" id="{F1F54C5D-553C-4E25-A5AD-9D26CD73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950" y="6096000"/>
            <a:ext cx="349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449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34495F"/>
                </a:solidFill>
                <a:latin typeface="PingFang SC"/>
                <a:ea typeface="PingFang SC"/>
                <a:cs typeface="PingFang SC"/>
              </a:rPr>
              <a:t>客户 Kubernetes</a:t>
            </a:r>
          </a:p>
        </p:txBody>
      </p:sp>
      <p:sp>
        <p:nvSpPr>
          <p:cNvPr id="58" name="06-运行治理与遥测">
            <a:extLst xmlns:a="http://schemas.openxmlformats.org/drawingml/2006/main">
              <a:ext uri="{FF2B5EF4-FFF2-40B4-BE49-F238E27FC236}">
                <a16:creationId xmlns:a16="http://schemas.microsoft.com/office/drawing/2014/main" id="{2A8927BC-229C-42DE-8301-D0817687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381750"/>
            <a:ext cx="1000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6F7C89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6F7C89"/>
                </a:solidFill>
                <a:latin typeface="PingFang SC"/>
                <a:ea typeface="PingFang SC"/>
                <a:cs typeface="PingFang SC"/>
              </a:rPr>
              <a:t>Delegate Token · Secret Resolution · Container / Delegate Log · 网络与基础设施遥测</a:t>
            </a:r>
          </a:p>
        </p:txBody>
      </p:sp>
    </p:spTree>
    <p:extLst>
      <p:ext uri="{BB962C8B-B14F-4D97-AF65-F5344CB8AC3E}">
        <p14:creationId xmlns:p14="http://schemas.microsoft.com/office/powerpoint/2010/main" val="396274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2026-07-23T09:56:12.4920000Z</dcterms:created>
  <dcterms:modified xsi:type="dcterms:W3CDTF">2026-07-23T09:56:12.4920000Z</dcterms:modified>
</coreProperties>
</file>